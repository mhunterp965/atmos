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784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109728"/>
            <a:ext cx="1097280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A3 — Decompose Quantify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67759" y="146304"/>
            <a:ext cx="32004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0" y="10469880"/>
            <a:ext cx="1737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840480"/>
            <a:ext cx="3108960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Estimate Observation Uncertainty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Quantify uncertainty associated with sensor observations based on sensor characteristics and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5010912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A31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3840480"/>
            <a:ext cx="3108960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Estimate Model and State Uncertainty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Estimate uncertainty arising from model structure, inputs, and execution constraints.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5010912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0" y="3840480"/>
            <a:ext cx="3108959" cy="1463039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Package Confidence Bounds and Risk Envelopes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Combine weather state and uncertainty into packaged confidence bounds and risk envelopes.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79239" y="5010912"/>
            <a:ext cx="411480" cy="237744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A33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3291840"/>
            <a:ext cx="126187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3291840"/>
            <a:ext cx="0" cy="9144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0" y="420624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075920" y="3291840"/>
            <a:ext cx="0" cy="9144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075920" y="4206240"/>
            <a:ext cx="10972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2798064"/>
            <a:ext cx="21031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F2 Local Micro-Weather State Estimate (IER-05)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0" y="4846320"/>
            <a:ext cx="2834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338560" y="4846320"/>
            <a:ext cx="28346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68112" y="4443984"/>
            <a:ext cx="210312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A3-F1 Observation Uncertainty Metrics (IER-07)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4443984"/>
            <a:ext cx="210312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A3-F2 Model / State Uncertainty Estimates (IER-08)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282160" y="4572000"/>
            <a:ext cx="23774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373600" y="3913632"/>
            <a:ext cx="219456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F3 Confidence Bounds &amp; Risk Envelopes (IER-09)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51040" y="4498848"/>
            <a:ext cx="21031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To A4 Federate and Maintain Federated Weather Context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0480" y="1005840"/>
            <a:ext cx="0" cy="2834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84080" y="1005840"/>
            <a:ext cx="0" cy="2834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727680" y="1005840"/>
            <a:ext cx="0" cy="2834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77440" y="530352"/>
            <a:ext cx="2926080" cy="43891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C31 Sensor uncertainty models; calibration/state-of-health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0352"/>
            <a:ext cx="2926080" cy="43891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C32 Error propagation rules; model tuning 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64640" y="530352"/>
            <a:ext cx="2926080" cy="43891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C33 Confidence representation standards; formatting constraints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943600" y="6400800"/>
            <a:ext cx="0" cy="43891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017520" y="6400800"/>
            <a:ext cx="1179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017520" y="53035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778240" y="53035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4813280" y="5303520"/>
            <a:ext cx="0" cy="10972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572000" y="5303520"/>
            <a:ext cx="0" cy="5486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784080" y="5303520"/>
            <a:ext cx="0" cy="5486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789920" y="5303520"/>
            <a:ext cx="0" cy="5486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6367759" y="5303520"/>
            <a:ext cx="0" cy="5486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377440" y="10899648"/>
            <a:ext cx="25603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M31 ATMOS uncertainty module; sensor metadata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10899648"/>
            <a:ext cx="2377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M2 ABLE-LBM / reduced models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0" y="10899648"/>
            <a:ext cx="27432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M33 ATMOS packaging/serialization; DDS data types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11430000"/>
            <a:ext cx="2743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11430000"/>
            <a:ext cx="25603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M32 ABLE-LBM uncertainty routines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