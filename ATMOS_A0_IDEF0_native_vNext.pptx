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8720" y="3154680"/>
            <a:ext cx="1280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A1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Acquire Micro-Weather Observations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61488" y="3154680"/>
            <a:ext cx="1280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A2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Generate Local Weather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34256" y="3154680"/>
            <a:ext cx="1280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A3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Quantify Uncertainty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7024" y="3154680"/>
            <a:ext cx="1280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A4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Federate and Maintain Federated Weather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0" y="2308860"/>
            <a:ext cx="1280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A5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Detect Threshold Crossings (Descriptive Support)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4000500"/>
            <a:ext cx="1280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A6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Produce Mission-Tailored Weather Context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" y="3337560"/>
            <a:ext cx="1005840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172718" y="33215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82880" y="3794760"/>
            <a:ext cx="1005840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172718" y="37787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82880" y="2788920"/>
            <a:ext cx="7452360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35240" y="2788920"/>
            <a:ext cx="0" cy="22860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635240" y="3017520"/>
            <a:ext cx="228600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847838" y="300151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635240" y="2788920"/>
            <a:ext cx="0" cy="150876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635240" y="4297680"/>
            <a:ext cx="228600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847838" y="428167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" y="2907792"/>
            <a:ext cx="1078992" cy="41148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I1 Collocated Atmospheric Observations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" y="3822191"/>
            <a:ext cx="1078992" cy="41148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I2 Peer Platform Weather Observations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" y="2331720"/>
            <a:ext cx="1188720" cy="41148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I3 Mission Weather Threshold Definitions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20240" y="868680"/>
            <a:ext cx="0" cy="45720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920240" y="1325880"/>
            <a:ext cx="6263639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183879" y="1325880"/>
            <a:ext cx="0" cy="98298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167877" y="22928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7498079" y="1325880"/>
            <a:ext cx="0" cy="237744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98079" y="3703320"/>
            <a:ext cx="685800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183879" y="3703320"/>
            <a:ext cx="0" cy="29718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167877" y="398449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498079" y="1325880"/>
            <a:ext cx="685800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663440" y="1005840"/>
            <a:ext cx="0" cy="64008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663440" y="1645920"/>
            <a:ext cx="4069080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272784" y="1645920"/>
            <a:ext cx="0" cy="150876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256782" y="313867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732520" y="1645920"/>
            <a:ext cx="0" cy="66294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716518" y="22928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680960" y="1645920"/>
            <a:ext cx="0" cy="2176271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680960" y="3822191"/>
            <a:ext cx="1051560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32520" y="3822191"/>
            <a:ext cx="0" cy="178309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8716518" y="398449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680960" y="1645920"/>
            <a:ext cx="1051560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21424" y="1143000"/>
            <a:ext cx="0" cy="82296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821424" y="1965960"/>
            <a:ext cx="0" cy="118872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05422" y="313867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502920"/>
            <a:ext cx="2834640" cy="36576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C1 Mission objectives and operational constraints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0440" y="502920"/>
            <a:ext cx="2377440" cy="36576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C2 OPSEC / classification guidance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02920"/>
            <a:ext cx="2971800" cy="36576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C3 Network availability and DDS QoS policies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468880" y="3589020"/>
            <a:ext cx="292608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745486" y="357301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4041648" y="3589020"/>
            <a:ext cx="292608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4318254" y="357301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14416" y="3589020"/>
            <a:ext cx="292608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891022" y="357301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187183" y="3291840"/>
            <a:ext cx="219457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406640" y="2834640"/>
            <a:ext cx="0" cy="45720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406640" y="2834640"/>
            <a:ext cx="457200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847838" y="281863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7187183" y="3886200"/>
            <a:ext cx="265177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452360" y="3886200"/>
            <a:ext cx="0" cy="27432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452360" y="4160520"/>
            <a:ext cx="411480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7847838" y="414451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417320" y="4114800"/>
            <a:ext cx="1783080" cy="50292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F1 Time/Geo-Tagged, Quality-Checked Observations (IER-03)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90088" y="4114800"/>
            <a:ext cx="1783080" cy="50292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F2 Local Micro-Weather State Estimate (IER-05)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2856" y="4114800"/>
            <a:ext cx="1783080" cy="50292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F3 Confidence Bounds &amp; Risk Envelopes (IER-09)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60720" y="2395728"/>
            <a:ext cx="1417320" cy="50292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F4 Federated Weather Context / COWP State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60720" y="4663440"/>
            <a:ext cx="1417320" cy="50292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F5 Federated Weather Context / COWP State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187183" y="3589020"/>
            <a:ext cx="2414017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9585198" y="357301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9144000" y="2743200"/>
            <a:ext cx="457200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9585198" y="272719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9144000" y="4434840"/>
            <a:ext cx="457200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9585198" y="441883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62288" y="3200400"/>
            <a:ext cx="868680" cy="36576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O1 Fused COWP State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2240280"/>
            <a:ext cx="868680" cy="50292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O3 Weather State Change Notifications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62288" y="4023360"/>
            <a:ext cx="868680" cy="50292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O2 Mission-Tailored COWP Excerpts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645920" y="5577840"/>
            <a:ext cx="6537959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584448" y="5897880"/>
            <a:ext cx="1572768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103120" y="6217920"/>
            <a:ext cx="6629400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645920" y="4023360"/>
            <a:ext cx="0" cy="155448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1629918" y="40073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3218688" y="4023360"/>
            <a:ext cx="0" cy="155448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3202686" y="40073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4791456" y="4023360"/>
            <a:ext cx="0" cy="155448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4775454" y="40073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6364224" y="4023360"/>
            <a:ext cx="0" cy="155448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6348222" y="40073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 flipV="1">
            <a:off x="8183879" y="4869180"/>
            <a:ext cx="0" cy="70866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8167877" y="485317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7589520" y="3611880"/>
            <a:ext cx="0" cy="196596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589520" y="3611880"/>
            <a:ext cx="594359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8183879" y="3177539"/>
            <a:ext cx="0" cy="434341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8167877" y="3161537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 flipV="1">
            <a:off x="3584448" y="4023360"/>
            <a:ext cx="0" cy="187452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3568446" y="40073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5157216" y="4023360"/>
            <a:ext cx="0" cy="187452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5141214" y="40073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2103120" y="4023360"/>
            <a:ext cx="0" cy="219456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2087117" y="40073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6729984" y="4023360"/>
            <a:ext cx="0" cy="219456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6713982" y="400735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8732520" y="4869180"/>
            <a:ext cx="0" cy="134874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8716518" y="4853178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 flipV="1">
            <a:off x="7772400" y="3703320"/>
            <a:ext cx="0" cy="251460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7772400" y="3703320"/>
            <a:ext cx="960120" cy="0"/>
          </a:xfrm>
          <a:prstGeom prst="bentConnector3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8732520" y="3177539"/>
            <a:ext cx="0" cy="525781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8716518" y="3161537"/>
            <a:ext cx="32004" cy="32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14400" y="6382512"/>
            <a:ext cx="2651760" cy="36576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M1 Platforms hosting ATMOS node compute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749039" y="6382512"/>
            <a:ext cx="2194560" cy="36576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M2 ABLE-LBM / reduced models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035040" y="6382512"/>
            <a:ext cx="3017520" cy="36576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M3 DDS middleware and communications links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880" y="54864"/>
            <a:ext cx="7680960" cy="41148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A0 — Decompose Conduct Air-Focused Weather Exploitation Operations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79" y="54864"/>
            <a:ext cx="1920240" cy="201168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</a:rPr>
              <a:t>Distribution Statement 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55279" y="246888"/>
            <a:ext cx="1920240" cy="201168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</a:rPr>
              <a:t>Node: A0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" y="7424927"/>
            <a:ext cx="9692640" cy="274320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Node: A0     |     Distribution Statement C     |     Parent (A-0): Conduct Air-Focused Weather Exploitation Operations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