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502920"/>
            <a:ext cx="9418320" cy="6812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941832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A0 — Decompose Conduct Air-Focused Weather Exploitation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0" y="6967728"/>
            <a:ext cx="1325880" cy="274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Node: A0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383280"/>
            <a:ext cx="12344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A1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Acquire Micro-Weather Observations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383280"/>
            <a:ext cx="12344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A2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Generate Local Weather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3383280"/>
            <a:ext cx="12344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A3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Quantify Uncertainty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532120" y="3383280"/>
            <a:ext cx="14173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A4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Federate and Maintain Federated Weather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2148840"/>
            <a:ext cx="13716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A5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Detect Threshold Crossings (Descriptive Support)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4800600"/>
            <a:ext cx="13716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A6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Produce Mission-Tailored Weather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3566160"/>
            <a:ext cx="5486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5557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02920" y="3913632"/>
            <a:ext cx="5486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35557" y="3897630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02920" y="2103120"/>
            <a:ext cx="681228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2103120"/>
            <a:ext cx="0" cy="5486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2651760"/>
            <a:ext cx="2286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527798" y="26357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315200" y="2103120"/>
            <a:ext cx="0" cy="320040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15200" y="5303520"/>
            <a:ext cx="2286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527798" y="52875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054096"/>
            <a:ext cx="18288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I1 Collocated Atmospheric Observations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160520"/>
            <a:ext cx="9601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I2 Peer Platform Weather Observations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1847088"/>
            <a:ext cx="1874519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I3 Mission Weather Threshold Definitions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20240" y="1188720"/>
            <a:ext cx="0" cy="914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20240" y="1280160"/>
            <a:ext cx="763524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55279" y="1280160"/>
            <a:ext cx="0" cy="8686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939277" y="21328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555480" y="1280160"/>
            <a:ext cx="0" cy="338328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955279" y="4663440"/>
            <a:ext cx="1600201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55279" y="4663440"/>
            <a:ext cx="0" cy="1371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939277" y="4784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754880" y="1188720"/>
            <a:ext cx="0" cy="3200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54880" y="1508760"/>
            <a:ext cx="4919472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97880" y="1508760"/>
            <a:ext cx="0" cy="18745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881878" y="33672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595360" y="1508760"/>
            <a:ext cx="0" cy="6400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579358" y="21328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9674352" y="1508760"/>
            <a:ext cx="0" cy="30632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595360" y="4572000"/>
            <a:ext cx="1078992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595360" y="4572000"/>
            <a:ext cx="0" cy="2286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579358" y="4784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7315200" y="1188720"/>
            <a:ext cx="0" cy="5486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537960" y="1737360"/>
            <a:ext cx="77724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537960" y="1737360"/>
            <a:ext cx="0" cy="16459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521958" y="33672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932688"/>
            <a:ext cx="3017520" cy="25603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C1 Mission objectives and operational constraints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11880" y="932688"/>
            <a:ext cx="2331720" cy="25603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C2 OPSEC / classification guidance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932688"/>
            <a:ext cx="3200400" cy="25603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C3 Network availability and DDS QoS policies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286000" y="3726180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544318" y="37101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794760" y="3726180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053078" y="37101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5303520" y="3726180"/>
            <a:ext cx="2286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516118" y="37101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6949440" y="3566160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223760" y="2423160"/>
            <a:ext cx="0" cy="114300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223760" y="2423160"/>
            <a:ext cx="3200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527798" y="2407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6949440" y="3913632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223760" y="3913632"/>
            <a:ext cx="0" cy="1161288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223760" y="5074920"/>
            <a:ext cx="3200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7527798" y="50589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17320" y="2359152"/>
            <a:ext cx="1783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F1 Time/Geo-Tagged, Quality-Checked Observations (IER-03)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71800" y="2670048"/>
            <a:ext cx="1783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F2 Local Micro-Weather State Estimate (IER-05)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34840" y="2962656"/>
            <a:ext cx="1783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F3 Confidence Bounds &amp; Risk Envelopes (IER-09)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67728" y="2980944"/>
            <a:ext cx="1783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F4 Federated Weather Context / COWP State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67728" y="4160520"/>
            <a:ext cx="1783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F5 Federated Weather Context / COWP State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949440" y="3726180"/>
            <a:ext cx="269748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9630918" y="37101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8915400" y="2491740"/>
            <a:ext cx="7315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9630918" y="24757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8915400" y="5143500"/>
            <a:ext cx="7315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9630918" y="51274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89520" y="3456432"/>
            <a:ext cx="178308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O1 Fused COWP State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42832" y="2194560"/>
            <a:ext cx="5669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O3 Weather State Change Notifications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42832" y="4846320"/>
            <a:ext cx="5669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O2 Mission-Tailored COWP Excerpts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417320" y="6126480"/>
            <a:ext cx="76809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429000" y="6446520"/>
            <a:ext cx="155448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920240" y="6766560"/>
            <a:ext cx="736092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417320" y="4069080"/>
            <a:ext cx="0" cy="20574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40131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2880360" y="4069080"/>
            <a:ext cx="0" cy="20574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286435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 flipV="1">
            <a:off x="4434840" y="4069080"/>
            <a:ext cx="0" cy="20574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441883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 flipV="1">
            <a:off x="5897880" y="4069080"/>
            <a:ext cx="0" cy="20574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588187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V="1">
            <a:off x="7955279" y="5486400"/>
            <a:ext cx="0" cy="6400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7939277" y="54703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9098280" y="3291840"/>
            <a:ext cx="0" cy="28346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7955279" y="3291840"/>
            <a:ext cx="1143001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955279" y="2834640"/>
            <a:ext cx="0" cy="4572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7939277" y="28186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 flipV="1">
            <a:off x="3429000" y="4069080"/>
            <a:ext cx="0" cy="237744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341299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 flipV="1">
            <a:off x="4983480" y="4069080"/>
            <a:ext cx="0" cy="237744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496747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 flipV="1">
            <a:off x="1920240" y="4069080"/>
            <a:ext cx="0" cy="26974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190423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 flipV="1">
            <a:off x="6537960" y="4069080"/>
            <a:ext cx="0" cy="26974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652195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 flipV="1">
            <a:off x="8595360" y="5486400"/>
            <a:ext cx="0" cy="12801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8579358" y="54703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 flipV="1">
            <a:off x="9281160" y="3429000"/>
            <a:ext cx="0" cy="333756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8595360" y="3429000"/>
            <a:ext cx="68580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595360" y="2834640"/>
            <a:ext cx="0" cy="5943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8579358" y="28186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14400" y="6903720"/>
            <a:ext cx="2560320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 Platforms hosting ATMOS node compute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657600" y="6903720"/>
            <a:ext cx="2240280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M2 ABLE-LBM / reduced models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943600" y="6903720"/>
            <a:ext cx="2240280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M3 DDS middleware and communications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