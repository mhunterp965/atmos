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A1 — Decompose Acquire Micro-Weather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967728"/>
            <a:ext cx="13258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Node: A1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14884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Sense Collocated Atmospheric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457200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Receive Peer Platform Weather Observations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337560"/>
            <a:ext cx="24231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Time-Tag, Geo-Tag, and Quality-Check Observations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537460"/>
            <a:ext cx="10972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584198" y="25214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02920" y="4960620"/>
            <a:ext cx="10972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584198" y="49446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84831"/>
            <a:ext cx="118872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I1 Collocated Atmospheric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480560"/>
            <a:ext cx="118872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I2 Peer Platform Weather Observations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1435608"/>
            <a:ext cx="0" cy="713232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90038" y="21328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886200" y="1435608"/>
            <a:ext cx="0" cy="2633472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06040" y="4069080"/>
            <a:ext cx="12801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6040" y="4069080"/>
            <a:ext cx="0" cy="502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590038" y="45559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693408" y="1435608"/>
            <a:ext cx="0" cy="1901952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77406" y="33215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914400"/>
            <a:ext cx="2240280" cy="51206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C11 Sensor configuration; platform operating state; sampling 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914400"/>
            <a:ext cx="2240280" cy="51206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C12 DDS subscription filters; QoS; communications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914400"/>
            <a:ext cx="2331720" cy="51206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C13 QC rules; time/position accuracy requirements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2651760"/>
            <a:ext cx="10515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63440" y="2651760"/>
            <a:ext cx="0" cy="9144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3440" y="3566160"/>
            <a:ext cx="8229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7039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95878" y="26357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611880" y="4846320"/>
            <a:ext cx="8686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80560" y="3977639"/>
            <a:ext cx="0" cy="868681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80560" y="3977639"/>
            <a:ext cx="10058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7039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95878" y="48303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1648" y="2231136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A1-F1 Collocated Atmospheric Observations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4901184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A1-F2 Peer Platform Weather Observations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09560" y="3771900"/>
            <a:ext cx="16459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9478" y="37558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93558" y="37558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3246120"/>
            <a:ext cx="16276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F1 Time/Geo-Tagged, Quality-Checked Observations (IER-03)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3858768"/>
            <a:ext cx="16276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A2 Generate Local Weather State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325880" y="6309360"/>
            <a:ext cx="58064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86000" y="534924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269998" y="53332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6217920" y="4206240"/>
            <a:ext cx="0" cy="2103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201918" y="41902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3703320" y="3931920"/>
            <a:ext cx="0" cy="23774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286000" y="3931920"/>
            <a:ext cx="1417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86000" y="2926080"/>
            <a:ext cx="0" cy="10058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269998" y="2910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1325880" y="3749039"/>
            <a:ext cx="0" cy="2560321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25880" y="3749039"/>
            <a:ext cx="16002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926080" y="2926080"/>
            <a:ext cx="0" cy="822959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910078" y="2910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2926080" y="534924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910078" y="53332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7132320" y="4206240"/>
            <a:ext cx="0" cy="2103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116318" y="41902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54480" y="6419088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419088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M11 Onboard/attached sensors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49039" y="6419088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M12 DDS middleware; radios/network transport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6400800"/>
            <a:ext cx="2331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M13 ATMOS edge processing; navigation solution (GPS/INS); local compute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