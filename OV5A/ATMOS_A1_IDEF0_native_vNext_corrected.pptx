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502920"/>
            <a:ext cx="9418320" cy="6812280"/>
          </a:xfrm>
          <a:prstGeom prst="rect">
            <a:avLst/>
          </a:pr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548640"/>
            <a:ext cx="9418320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</a:rPr>
              <a:t>A1 — Decompose Acquire Micro-Weather Observations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0" y="6967728"/>
            <a:ext cx="1325880" cy="274320"/>
          </a:xfrm>
          <a:prstGeom prst="rect">
            <a:avLst/>
          </a:prstGeom>
          <a:noFill/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00000"/>
                </a:solidFill>
              </a:rPr>
              <a:t>Node: A1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2148840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A11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Sense Collocated Atmospheric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4572000"/>
            <a:ext cx="201168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A12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Receive Peer Platform Weather Observations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337560"/>
            <a:ext cx="242316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000000"/>
                </a:solidFill>
              </a:rPr>
              <a:t>A13</a:t>
            </a:r>
          </a:p>
          <a:p>
            <a:pPr algn="ctr"/>
            <a:r>
              <a:rPr sz="1000">
                <a:solidFill>
                  <a:srgbClr val="000000"/>
                </a:solidFill>
              </a:rPr>
              <a:t>Time-Tag, Geo-Tag, and Quality-Check Observations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537460"/>
            <a:ext cx="109728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584198" y="25214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02920" y="4960620"/>
            <a:ext cx="109728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584198" y="49446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084831"/>
            <a:ext cx="118872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I1 Collocated Atmospheric Observations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480560"/>
            <a:ext cx="118872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I2 Peer Platform Weather Observations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6040" y="1435608"/>
            <a:ext cx="0" cy="713232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90038" y="21328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886200" y="1435608"/>
            <a:ext cx="0" cy="2633472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2606040" y="4069080"/>
            <a:ext cx="12801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06040" y="4069080"/>
            <a:ext cx="0" cy="5029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590038" y="45559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693408" y="1435608"/>
            <a:ext cx="0" cy="1901952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677406" y="33215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914400"/>
            <a:ext cx="2240280" cy="51206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C11 Sensor configuration; platform operating state; sampling policies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914400"/>
            <a:ext cx="2240280" cy="51206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C12 DDS subscription filters; QoS; communications availability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914400"/>
            <a:ext cx="2331720" cy="512064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C13 QC rules; time/position accuracy requirements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11880" y="2651760"/>
            <a:ext cx="105156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663440" y="2651760"/>
            <a:ext cx="0" cy="91440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63440" y="3566160"/>
            <a:ext cx="82296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470398" y="35501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95878" y="263575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3611880" y="4846320"/>
            <a:ext cx="8686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80560" y="3977639"/>
            <a:ext cx="0" cy="868681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480560" y="3977639"/>
            <a:ext cx="100584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5470398" y="39616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595878" y="483031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41648" y="2231136"/>
            <a:ext cx="16916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A1-F1 Collocated Atmospheric Observations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03320" y="4901184"/>
            <a:ext cx="17830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A1-F2 Peer Platform Weather Observations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909560" y="3771900"/>
            <a:ext cx="1645920" cy="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539478" y="37558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93558" y="375589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3246120"/>
            <a:ext cx="1627632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F1 Time/Geo-Tagged, Quality-Checked Observations (IER-03)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73568" y="3858768"/>
            <a:ext cx="1627632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To A2 Generate Local Weather State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2240280" y="5349240"/>
            <a:ext cx="0" cy="10058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2224278" y="53332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6035040" y="4206240"/>
            <a:ext cx="0" cy="21488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019038" y="41902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1371600" y="3703320"/>
            <a:ext cx="0" cy="265176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371600" y="3703320"/>
            <a:ext cx="86868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240280" y="2926080"/>
            <a:ext cx="0" cy="7772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2224278" y="2910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47088" y="5413248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50992" y="4261104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47088" y="3017520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M1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3703320" y="3886200"/>
            <a:ext cx="0" cy="246888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2971800" y="3886200"/>
            <a:ext cx="731520" cy="0"/>
          </a:xfrm>
          <a:prstGeom prst="bentConnector3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71800" y="2926080"/>
            <a:ext cx="0" cy="96012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955798" y="291007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70048" y="3017520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M11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2971800" y="5349240"/>
            <a:ext cx="0" cy="10058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2955798" y="5333238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70048" y="5413248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M12</a:t>
            </a:r>
          </a:p>
        </p:txBody>
      </p:sp>
      <p:cxnSp>
        <p:nvCxnSpPr>
          <p:cNvPr id="61" name="Connector 60"/>
          <p:cNvCxnSpPr/>
          <p:nvPr/>
        </p:nvCxnSpPr>
        <p:spPr>
          <a:xfrm flipV="1">
            <a:off x="7223760" y="4206240"/>
            <a:ext cx="0" cy="2148840"/>
          </a:xfrm>
          <a:prstGeom prst="bentConnector3">
            <a:avLst/>
          </a:prstGeom>
          <a:ln w="1587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7207758" y="4190237"/>
            <a:ext cx="32004" cy="320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39712" y="4261104"/>
            <a:ext cx="566928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M13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6446520"/>
            <a:ext cx="187451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 Platforms hosting ATMOS node compute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468880" y="6446520"/>
            <a:ext cx="13258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M11 Onboard/attached sensors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58768" y="6446520"/>
            <a:ext cx="1874519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M12 DDS middleware; radios/network transport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70448" y="6419088"/>
            <a:ext cx="23774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anchor="t" lIns="12700" rIns="12700" tIns="12700" bIns="12700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M13 ATMOS edge processing; navigation solution (GPS/INS); local compute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