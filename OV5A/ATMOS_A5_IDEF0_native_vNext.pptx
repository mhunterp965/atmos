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0584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502920"/>
            <a:ext cx="9418320" cy="681228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0"/>
            <a:ext cx="9418320" cy="310896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</a:rPr>
              <a:t>A5 — Decompose Detect Threshold Crossings (Descriptive Support)</a:t>
            </a:r>
          </a:p>
        </p:txBody>
      </p:sp>
      <p:sp>
        <p:nvSpPr>
          <p:cNvPr id="4" name="Rectangle 3"/>
          <p:cNvSpPr/>
          <p:nvPr/>
        </p:nvSpPr>
        <p:spPr>
          <a:xfrm>
            <a:off x="8549640" y="6967728"/>
            <a:ext cx="1097280" cy="2743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A5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3154680"/>
            <a:ext cx="182880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A51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Receive Mission Weather Threshold Definitions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063240" y="3154680"/>
            <a:ext cx="1874519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A52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Present Weather Conditions Relevant to Aviation Risk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80" y="3154680"/>
            <a:ext cx="1874519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A53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Present Temporal Weather Condition Trends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60920" y="3154680"/>
            <a:ext cx="182880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A54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Notify Weather State Changes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3566160"/>
            <a:ext cx="50292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944118" y="355015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761488"/>
            <a:ext cx="14630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I3 Mission Weather Threshold Definitions (IER-14)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2377440"/>
            <a:ext cx="676656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999232" y="2377440"/>
            <a:ext cx="0" cy="96012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999232" y="3337560"/>
            <a:ext cx="64008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047238" y="332155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5074920" y="2377440"/>
            <a:ext cx="0" cy="96012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074920" y="3337560"/>
            <a:ext cx="13716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196078" y="332155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7223760" y="2377440"/>
            <a:ext cx="0" cy="96012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223760" y="3337560"/>
            <a:ext cx="13716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7344918" y="332155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2029968"/>
            <a:ext cx="178308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F4 Federated Weather Context / COWP State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874519" y="1417320"/>
            <a:ext cx="0" cy="173736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1858517" y="31386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3383280" y="1325880"/>
            <a:ext cx="219456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383280" y="1325880"/>
            <a:ext cx="0" cy="182880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3367278" y="31386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5577840" y="1325880"/>
            <a:ext cx="0" cy="182880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5561838" y="31386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3931920" y="1481328"/>
            <a:ext cx="0" cy="1673352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3915918" y="31386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6263640" y="1481328"/>
            <a:ext cx="0" cy="1673352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6247638" y="31386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7818120" y="1417320"/>
            <a:ext cx="0" cy="173736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7802118" y="31386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8549640" y="1481328"/>
            <a:ext cx="0" cy="1673352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8533638" y="31386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914400"/>
            <a:ext cx="1783080" cy="38404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C51 Mission configuration management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896112"/>
            <a:ext cx="1965960" cy="38404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C1 Mission objectives and operational constraints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97480" y="1280160"/>
            <a:ext cx="224028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C52 Presentation rules; role/platform relevance filters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83480" y="1280160"/>
            <a:ext cx="233172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C53 Trend window definitions; smoothing/aggregation rules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914400"/>
            <a:ext cx="1463040" cy="38404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C2 OPSEC / classification guidance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5320" y="896112"/>
            <a:ext cx="1417320" cy="5029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C54 Notification thresholds; communications/QoS policy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2788920" y="3566160"/>
            <a:ext cx="64008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2852928" y="2697480"/>
            <a:ext cx="0" cy="86868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852928" y="2697480"/>
            <a:ext cx="1627632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480560" y="2697480"/>
            <a:ext cx="0" cy="45720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4464558" y="31386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772918" y="355015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017520" y="2331720"/>
            <a:ext cx="1874519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A5-F1 Threshold Parameters Available for Comparison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4937760" y="3566160"/>
            <a:ext cx="27432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5196078" y="355015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921758" y="355015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7086600" y="3566160"/>
            <a:ext cx="27432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7344918" y="355015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070598" y="355015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60520" y="4133087"/>
            <a:ext cx="1828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A5-F2 Weather Conditions Relevant to Aviation Risk (IER-15)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55080" y="4133087"/>
            <a:ext cx="18288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A5-F3 Temporal Weather Condition Trends (IER-16)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9189720" y="3566160"/>
            <a:ext cx="36576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9539478" y="355015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173718" y="355015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818120" y="2670048"/>
            <a:ext cx="1874519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O3 Weather State Change Notifications (IER-17)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92440" y="4114800"/>
            <a:ext cx="1600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To Platforms / TOC / Downstream A6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1417320" y="5532120"/>
            <a:ext cx="640080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1417320" y="3977639"/>
            <a:ext cx="0" cy="1554481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1401318" y="3961637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15568" y="4059936"/>
            <a:ext cx="60350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M1</a:t>
            </a:r>
          </a:p>
        </p:txBody>
      </p:sp>
      <p:cxnSp>
        <p:nvCxnSpPr>
          <p:cNvPr id="68" name="Connector 67"/>
          <p:cNvCxnSpPr/>
          <p:nvPr/>
        </p:nvCxnSpPr>
        <p:spPr>
          <a:xfrm flipV="1">
            <a:off x="3429000" y="3977639"/>
            <a:ext cx="0" cy="1554481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3412998" y="3961637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127248" y="4059936"/>
            <a:ext cx="60350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M1</a:t>
            </a:r>
          </a:p>
        </p:txBody>
      </p:sp>
      <p:cxnSp>
        <p:nvCxnSpPr>
          <p:cNvPr id="71" name="Connector 70"/>
          <p:cNvCxnSpPr/>
          <p:nvPr/>
        </p:nvCxnSpPr>
        <p:spPr>
          <a:xfrm flipV="1">
            <a:off x="5577840" y="3977639"/>
            <a:ext cx="0" cy="1554481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5561838" y="3961637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276088" y="4059936"/>
            <a:ext cx="60350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M1</a:t>
            </a:r>
          </a:p>
        </p:txBody>
      </p:sp>
      <p:cxnSp>
        <p:nvCxnSpPr>
          <p:cNvPr id="74" name="Connector 73"/>
          <p:cNvCxnSpPr/>
          <p:nvPr/>
        </p:nvCxnSpPr>
        <p:spPr>
          <a:xfrm flipV="1">
            <a:off x="7818120" y="3977639"/>
            <a:ext cx="0" cy="1554481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/>
          <p:cNvSpPr/>
          <p:nvPr/>
        </p:nvSpPr>
        <p:spPr>
          <a:xfrm>
            <a:off x="7802118" y="3961637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516368" y="4059936"/>
            <a:ext cx="60350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M1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3977639" y="5166360"/>
            <a:ext cx="4343401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3977639" y="3977639"/>
            <a:ext cx="0" cy="1188721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3961637" y="3961637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675887" y="4059936"/>
            <a:ext cx="60350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M3</a:t>
            </a:r>
          </a:p>
        </p:txBody>
      </p:sp>
      <p:cxnSp>
        <p:nvCxnSpPr>
          <p:cNvPr id="81" name="Connector 80"/>
          <p:cNvCxnSpPr/>
          <p:nvPr/>
        </p:nvCxnSpPr>
        <p:spPr>
          <a:xfrm flipV="1">
            <a:off x="8321040" y="3977639"/>
            <a:ext cx="0" cy="1188721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ectangle 81"/>
          <p:cNvSpPr/>
          <p:nvPr/>
        </p:nvSpPr>
        <p:spPr>
          <a:xfrm>
            <a:off x="8305038" y="3961637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019288" y="4059936"/>
            <a:ext cx="60350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M3</a:t>
            </a:r>
          </a:p>
        </p:txBody>
      </p:sp>
      <p:cxnSp>
        <p:nvCxnSpPr>
          <p:cNvPr id="84" name="Connector 83"/>
          <p:cNvCxnSpPr/>
          <p:nvPr/>
        </p:nvCxnSpPr>
        <p:spPr>
          <a:xfrm flipV="1">
            <a:off x="2331720" y="3977639"/>
            <a:ext cx="0" cy="822961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ectangle 84"/>
          <p:cNvSpPr/>
          <p:nvPr/>
        </p:nvSpPr>
        <p:spPr>
          <a:xfrm>
            <a:off x="2315718" y="3961637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029967" y="4059936"/>
            <a:ext cx="60350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M51</a:t>
            </a:r>
          </a:p>
        </p:txBody>
      </p:sp>
      <p:cxnSp>
        <p:nvCxnSpPr>
          <p:cNvPr id="87" name="Connector 86"/>
          <p:cNvCxnSpPr/>
          <p:nvPr/>
        </p:nvCxnSpPr>
        <p:spPr>
          <a:xfrm flipV="1">
            <a:off x="4526280" y="3977639"/>
            <a:ext cx="0" cy="822961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>
          <a:xfrm>
            <a:off x="4510278" y="3961637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224528" y="4059936"/>
            <a:ext cx="60350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M52</a:t>
            </a:r>
          </a:p>
        </p:txBody>
      </p:sp>
      <p:cxnSp>
        <p:nvCxnSpPr>
          <p:cNvPr id="90" name="Connector 89"/>
          <p:cNvCxnSpPr/>
          <p:nvPr/>
        </p:nvCxnSpPr>
        <p:spPr>
          <a:xfrm flipV="1">
            <a:off x="6492240" y="3977639"/>
            <a:ext cx="0" cy="822961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ectangle 90"/>
          <p:cNvSpPr/>
          <p:nvPr/>
        </p:nvSpPr>
        <p:spPr>
          <a:xfrm>
            <a:off x="6476238" y="3961637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190488" y="4059936"/>
            <a:ext cx="60350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M53</a:t>
            </a:r>
          </a:p>
        </p:txBody>
      </p:sp>
      <p:cxnSp>
        <p:nvCxnSpPr>
          <p:cNvPr id="93" name="Connector 92"/>
          <p:cNvCxnSpPr/>
          <p:nvPr/>
        </p:nvCxnSpPr>
        <p:spPr>
          <a:xfrm flipV="1">
            <a:off x="8823960" y="3977639"/>
            <a:ext cx="0" cy="822961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ectangle 93"/>
          <p:cNvSpPr/>
          <p:nvPr/>
        </p:nvSpPr>
        <p:spPr>
          <a:xfrm>
            <a:off x="8807958" y="3961637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522208" y="4059936"/>
            <a:ext cx="60350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</a:rPr>
              <a:t>M54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11480" y="5852160"/>
            <a:ext cx="1554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M1 Platforms hosting ATMOS node compute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011680" y="5852160"/>
            <a:ext cx="16916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M3 DDS middleware and communications links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749039" y="5852160"/>
            <a:ext cx="16002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M51 TOC/GCS/platform mission configuration interface; ATMOS parameter store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440680" y="5852160"/>
            <a:ext cx="15544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M52 ATMOS dissemination/presentation logic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040880" y="5852160"/>
            <a:ext cx="150876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M53 ATMOS temporal analytics; local compute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595360" y="5852160"/>
            <a:ext cx="109728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M54 DDS events/notifications; communications subsystem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