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960120"/>
            <a:ext cx="9509759" cy="6355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7406640" cy="24688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ATMOS Operational Architecture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54864"/>
            <a:ext cx="2011680" cy="21945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10896"/>
            <a:ext cx="8046720" cy="21945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A-0 — Conduct Air-Focused Weather Exploitation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903720"/>
            <a:ext cx="1463040" cy="22860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Node: A-0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108960"/>
            <a:ext cx="2743200" cy="18288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A-0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Conduct Air-Focused Weather Exploitation Operations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3291840"/>
            <a:ext cx="118872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63040" y="3291840"/>
            <a:ext cx="0" cy="2286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63040" y="3520440"/>
            <a:ext cx="219456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39312" y="350215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74320" y="4754880"/>
            <a:ext cx="118872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63040" y="4526280"/>
            <a:ext cx="0" cy="2286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63040" y="4526280"/>
            <a:ext cx="219456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639312" y="450799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926080"/>
            <a:ext cx="274320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I1 Collocated Atmospheric Observations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818888"/>
            <a:ext cx="274320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I2 Peer Platform Weather Observations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28800" y="960120"/>
            <a:ext cx="0" cy="64008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0" y="1600200"/>
            <a:ext cx="224028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69080" y="1600200"/>
            <a:ext cx="0" cy="150876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050792" y="30906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840480" y="960120"/>
            <a:ext cx="0" cy="100584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40480" y="1965960"/>
            <a:ext cx="86868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09160" y="1965960"/>
            <a:ext cx="0" cy="114300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690872" y="30906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400800" y="960120"/>
            <a:ext cx="0" cy="13716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349240" y="2331720"/>
            <a:ext cx="105156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349240" y="2331720"/>
            <a:ext cx="0" cy="7772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330952" y="30906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503920" y="960120"/>
            <a:ext cx="0" cy="173736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989320" y="2697480"/>
            <a:ext cx="251460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89320" y="2697480"/>
            <a:ext cx="0" cy="41148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971032" y="30906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8640"/>
            <a:ext cx="2103120" cy="31089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C1 Mission objectives and operational constraints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48640"/>
            <a:ext cx="2103120" cy="31089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C2 OPSEC / classification guidance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548640"/>
            <a:ext cx="2103120" cy="31089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C3 Network availability and DDS QoS policies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548640"/>
            <a:ext cx="2148840" cy="31089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I3 Mission Weather Threshold Definitions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82512" y="341071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6400800" y="3429000"/>
            <a:ext cx="201168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412480" y="3200400"/>
            <a:ext cx="0" cy="2286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12480" y="3200400"/>
            <a:ext cx="13716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382512" y="40050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400800" y="4023360"/>
            <a:ext cx="228600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686800" y="4023360"/>
            <a:ext cx="0" cy="2286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686800" y="4251960"/>
            <a:ext cx="10972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382512" y="459943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6400800" y="4617720"/>
            <a:ext cx="201168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412480" y="4617720"/>
            <a:ext cx="0" cy="2286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412480" y="4846320"/>
            <a:ext cx="13716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37960" y="3108960"/>
            <a:ext cx="301752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O1 Fused COWP State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3685032"/>
            <a:ext cx="301752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O2 Mission-Tailored COWP Excerpts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4279392"/>
            <a:ext cx="301752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O3 Weather State Change Notifications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2743200" y="6309360"/>
            <a:ext cx="0" cy="100584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743200" y="6309360"/>
            <a:ext cx="146304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206240" y="4937760"/>
            <a:ext cx="0" cy="137160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4187952" y="49194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4754880" y="6492240"/>
            <a:ext cx="0" cy="82296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754880" y="6492240"/>
            <a:ext cx="27432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029200" y="4937760"/>
            <a:ext cx="0" cy="155448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010912" y="49194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7315200" y="6675120"/>
            <a:ext cx="0" cy="64008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852160" y="6675120"/>
            <a:ext cx="146304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52160" y="4937760"/>
            <a:ext cx="0" cy="173736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5833872" y="49194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00200" y="7370064"/>
            <a:ext cx="228600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M1 Platforms hosting ATMOS node compute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31920" y="7370064"/>
            <a:ext cx="210312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M2 ABLE-LBM / reduced models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0" y="7370064"/>
            <a:ext cx="237744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M3 DDS middleware and communications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