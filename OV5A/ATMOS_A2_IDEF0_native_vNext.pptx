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A2 — Decompose Generate Local Weather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967728"/>
            <a:ext cx="13258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Node: A2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24612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A21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Prepare Model Inputs and Boundary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3246120"/>
            <a:ext cx="20574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A22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Execute Local Micro-Weather Estimation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3246120"/>
            <a:ext cx="21488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A23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Derive Aviation-Relevant Weather Fields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3657600"/>
            <a:ext cx="68580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7271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70048"/>
            <a:ext cx="16276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F1 Time/Geo-Tagged, Quality-Checked Observations (IER-03)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7855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91490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89889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658100" y="141732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642098" y="32301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914400"/>
            <a:ext cx="224028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C21 Model configuration; resource limits; update cadence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896112"/>
            <a:ext cx="237744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C22 Execution timing; numerical stability constraints; compute/power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914400"/>
            <a:ext cx="24688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C23 Field derivation mappings; aviation relevance rules; reporting format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46120" y="3657600"/>
            <a:ext cx="6400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8701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3011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943600" y="3657600"/>
            <a:ext cx="6400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56767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2759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2761488"/>
            <a:ext cx="1783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A2-F1 Model Inputs &amp; Boundary Conditions (IER-04)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761488"/>
            <a:ext cx="1783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A2-F2 Local Micro-Weather State Estimate / Model Output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32520" y="3657600"/>
            <a:ext cx="8229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53947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16518" y="36415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743200"/>
            <a:ext cx="1481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F2 Local Micro-Weather State Estimate (IER-05)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59952" y="3730752"/>
            <a:ext cx="96012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A3 Quantify Uncertainty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297680" y="4069080"/>
            <a:ext cx="0" cy="9144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2816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1421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40280" y="5349240"/>
            <a:ext cx="53492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240280" y="4069080"/>
            <a:ext cx="0" cy="1280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2427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5681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M21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589520" y="4069080"/>
            <a:ext cx="0" cy="12801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5735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605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645920" y="5715000"/>
            <a:ext cx="534924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645920" y="406908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6299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6245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937760" y="406908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92175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429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995160" y="4069080"/>
            <a:ext cx="0" cy="1645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97915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1169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834640" y="6080760"/>
            <a:ext cx="5349239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34640" y="4069080"/>
            <a:ext cx="0" cy="20116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81863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5117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M22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5532120" y="4069080"/>
            <a:ext cx="0" cy="20116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516118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48656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M22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8183879" y="4069080"/>
            <a:ext cx="0" cy="201168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167877" y="4053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0415" y="4151376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46520"/>
            <a:ext cx="1874519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87168" y="6446520"/>
            <a:ext cx="19202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M21 ATMOS preprocessing and post-processing software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26280" y="6446520"/>
            <a:ext cx="1554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M2 ABLE-LBM / reduced models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6446520"/>
            <a:ext cx="16916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M22 Local compute/storage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