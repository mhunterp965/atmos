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91440"/>
            <a:ext cx="11887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A5 — Decompose Detect Threshold Crossings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0" y="109728"/>
            <a:ext cx="310896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Receive Mission Weather Threshold Definitions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Ingest mission-defined weather thresholds for comparison against weather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Present Weather Conditions Relevant to Aviation Risk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Evaluate and expose current weather conditions against operationally relevant criteria.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Present Temporal Weather Condition Trends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Identify temporal changes in weather conditions relevant to operational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47319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61920" y="4572000"/>
            <a:ext cx="2468879" cy="16459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Notify Weather State Changes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Generate and disseminate descriptive notifications when weather thresholds are crossed or states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27880" y="594360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3474720"/>
            <a:ext cx="15087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3474720"/>
            <a:ext cx="0" cy="20116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548640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55680" y="34747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544800" y="34747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788920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54680" y="1005840"/>
            <a:ext cx="0" cy="3566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0" y="100584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194560"/>
            <a:ext cx="4480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219456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115800" y="219456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596359" y="1005840"/>
            <a:ext cx="0" cy="3566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00200" y="45720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57200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33320" y="45720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89120" y="493776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937760" y="4023360"/>
            <a:ext cx="0" cy="914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37760" y="4023360"/>
            <a:ext cx="1737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75120" y="402336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0" y="2761488"/>
            <a:ext cx="26517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A5-F1 Mission Weather Threshold Definitions (control)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69680" y="5120640"/>
            <a:ext cx="2011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61120" y="4590288"/>
            <a:ext cx="182880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A5-F2 Evaluated Weather Condition 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50240" y="5120640"/>
            <a:ext cx="2011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441680" y="4590288"/>
            <a:ext cx="182880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</a:rPr>
              <a:t>A5-F3 Detected Weather Trends / Changes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830800" y="539496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876520" y="4700016"/>
            <a:ext cx="17830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751040" y="5138928"/>
            <a:ext cx="210312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To Platforms / TOC / Downstream A6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9875520" y="7315200"/>
            <a:ext cx="0" cy="3474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54680" y="7315200"/>
            <a:ext cx="1344167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5468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3524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115800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6596359" y="62179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7099280" y="6217920"/>
            <a:ext cx="0" cy="4572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0" y="1092708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0" y="1092708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