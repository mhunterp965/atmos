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1188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9202400" cy="97840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109728"/>
            <a:ext cx="1097280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A2 — Decompose Generate Local Weather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367759" y="146304"/>
            <a:ext cx="32004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0" y="10469880"/>
            <a:ext cx="17373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Node: A2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840480"/>
            <a:ext cx="3108960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Prepare Model Inputs and Boundary Conditions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Format QC'd observations and cached context into model-ready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5010912"/>
            <a:ext cx="411480" cy="237744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A21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3840480"/>
            <a:ext cx="3108960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Execute Local Micro-Weather Estimation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Run ABLE-LBM or reduced models to generate local micro-weather state estimates.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5010912"/>
            <a:ext cx="411480" cy="237744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0" y="3840480"/>
            <a:ext cx="3108959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Derive Aviation-Relevant Weather Fields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Transform model outputs into aviation-relevant weather fields and representations.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79239" y="5010912"/>
            <a:ext cx="411480" cy="237744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A23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4572000"/>
            <a:ext cx="18288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3913632"/>
            <a:ext cx="1737360" cy="5669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F1 Time/Geo-Tagged, Quality-Checked Observations (IER-03)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0" y="4572000"/>
            <a:ext cx="28346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338560" y="4572000"/>
            <a:ext cx="28346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40680" y="3968496"/>
            <a:ext cx="27432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A2-F1 Model Inputs &amp; Boundary Conditions (IER-04)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3968496"/>
            <a:ext cx="27432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A2-F2 Local Micro-Weather State Estimate / Model Output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282160" y="4572000"/>
            <a:ext cx="23774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373600" y="3913632"/>
            <a:ext cx="219456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F2 Local Micro-Weather State Estimate (IER-05)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0" y="4407408"/>
            <a:ext cx="21031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To A3 Quantify Uncertainty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0" y="1005840"/>
            <a:ext cx="0" cy="28346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84080" y="1005840"/>
            <a:ext cx="0" cy="28346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5727680" y="1005840"/>
            <a:ext cx="0" cy="28346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77440" y="530352"/>
            <a:ext cx="2926080" cy="43891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C21 Model configuration; resource limits; update cadence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30352"/>
            <a:ext cx="2926080" cy="43891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C22 Execution timing; numerical stability constraints; compute/power constraints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4640" y="530352"/>
            <a:ext cx="2926080" cy="43891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C23 Field derivation mappings; aviation relevance rules; reporting format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4114800" y="6400800"/>
            <a:ext cx="0" cy="43891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43200" y="6400800"/>
            <a:ext cx="1188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743200" y="53035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686800" y="53035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4630400" y="53035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509760" y="5303520"/>
            <a:ext cx="0" cy="54864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315200" y="7315200"/>
            <a:ext cx="0" cy="34747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657600" y="7315200"/>
            <a:ext cx="1188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657600" y="5303520"/>
            <a:ext cx="0" cy="20116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5544800" y="5303520"/>
            <a:ext cx="0" cy="20116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887200" y="8229600"/>
            <a:ext cx="0" cy="2560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72000" y="8229600"/>
            <a:ext cx="1188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572000" y="5303520"/>
            <a:ext cx="0" cy="29260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424160" y="5303520"/>
            <a:ext cx="0" cy="29260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6459200" y="5303520"/>
            <a:ext cx="0" cy="29260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71800" y="10899648"/>
            <a:ext cx="237744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M1 Platforms hosting ATMOS node compute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10899648"/>
            <a:ext cx="237744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M21 ATMOS preprocessing and post-processing software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11430000"/>
            <a:ext cx="22860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M2 ABLE-LBM / reduced models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10899648"/>
            <a:ext cx="228600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M22 Local compute/storage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