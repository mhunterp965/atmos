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4183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73152"/>
            <a:ext cx="155448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A7 — External Reference: Execute Mission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65760"/>
            <a:ext cx="155448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External C2 / mission-system activity — not an internal ATMOS A0 child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2743200" cy="21945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93440" y="10469880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Node: A7 External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5230368"/>
            <a:ext cx="47548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EXTERNAL TO ATMOS SYSTEM 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37744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Exchange Mission Adjustment Commands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Exchange mission decisions between command systems and platforms.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338328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731520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Publish Vertical Operations Execution Updates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Disseminate aircraft execution state updates.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832104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37744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Publish UAS Tasking Updates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Disseminate UAS tasking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15800" y="338328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731520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Publish Coordination Status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Share coordination and acknowledgement status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15800" y="832104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A74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108960"/>
            <a:ext cx="1005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63040" y="3108960"/>
            <a:ext cx="12801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3040" y="3108960"/>
            <a:ext cx="0" cy="20116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" y="5120640"/>
            <a:ext cx="7315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78240" y="3017520"/>
            <a:ext cx="0" cy="2103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301752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" y="7863840"/>
            <a:ext cx="228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" y="6492240"/>
            <a:ext cx="8138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95360" y="6492240"/>
            <a:ext cx="0" cy="1645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95360" y="8138160"/>
            <a:ext cx="1005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2377440"/>
            <a:ext cx="96012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External mission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406640"/>
            <a:ext cx="13716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Aircraft execution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13716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Coordination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1005840"/>
            <a:ext cx="0" cy="731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57600" y="1737360"/>
            <a:ext cx="7040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57600" y="173736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98480" y="173736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29200" y="100584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98079" y="1005840"/>
            <a:ext cx="0" cy="5943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6949440"/>
            <a:ext cx="6126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72000" y="694944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98480" y="694944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377440" y="676656"/>
            <a:ext cx="21945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</a:rPr>
              <a:t>Command authority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1060704"/>
            <a:ext cx="1554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</a:rPr>
              <a:t>Rules of engagement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060704"/>
            <a:ext cx="20116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Reporting policy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60720" y="3474720"/>
            <a:ext cx="3840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109960" y="3657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60720" y="7680960"/>
            <a:ext cx="3840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89520" y="3136392"/>
            <a:ext cx="1097280" cy="32918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A7-F1 Mission decisions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5212080"/>
            <a:ext cx="14630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A7-F2 Tasking updates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8156448"/>
            <a:ext cx="192024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A7-F3 Execution updates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760720" y="292608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400800" y="2926080"/>
            <a:ext cx="0" cy="1645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00800" y="4572000"/>
            <a:ext cx="1325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760720" y="8046720"/>
            <a:ext cx="10972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858000" y="6035040"/>
            <a:ext cx="0" cy="20116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58000" y="6035040"/>
            <a:ext cx="128016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618720" y="3108960"/>
            <a:ext cx="70408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618720" y="8046720"/>
            <a:ext cx="70408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282160" y="4206240"/>
            <a:ext cx="23317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Mission Adjustment Commands (IER-19)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282160" y="5724144"/>
            <a:ext cx="23317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Vertical Ops Execution Updates (IER-20)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282160" y="2761488"/>
            <a:ext cx="23317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UAS Tasking Updates (IER-21)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282160" y="7735824"/>
            <a:ext cx="23317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Coordination Status Updates (IER-22)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7863840" y="4023360"/>
            <a:ext cx="0" cy="6400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114800" y="4023360"/>
            <a:ext cx="6583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14800" y="365760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698480" y="365760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114800" y="8595360"/>
            <a:ext cx="0" cy="18288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400800" y="9692640"/>
            <a:ext cx="0" cy="731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029200" y="9692640"/>
            <a:ext cx="6080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029200" y="859536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109960" y="859536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400800" y="4114800"/>
            <a:ext cx="2103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C2 systems / TOC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0" y="1046988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</a:rPr>
              <a:t>Aircraft avionics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0" y="1046988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</a:rPr>
              <a:t>Communications network / DDS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4183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91440"/>
            <a:ext cx="137160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A8 — Decompose Assess Outcomes and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0" y="109728"/>
            <a:ext cx="310896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69880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3108960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Compare Predicted vs Observed Conditions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Assess accuracy of weather predictions against observations.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612648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A81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4754880"/>
            <a:ext cx="310895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Update Models and Parameters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Refine models based on lessons learned.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59" y="612648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64640" y="4754880"/>
            <a:ext cx="3108960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Archive Lessons Learned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Store assessment results and updates for future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70680" y="612648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A83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5303520"/>
            <a:ext cx="228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5852160"/>
            <a:ext cx="228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4023360"/>
            <a:ext cx="6720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78040" y="4023360"/>
            <a:ext cx="0" cy="1828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78040" y="5852160"/>
            <a:ext cx="13258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901184"/>
            <a:ext cx="21031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Fused COWP State (IER-12)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07024"/>
            <a:ext cx="21031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Observations (IER-01 / IER-02)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80"/>
            <a:ext cx="2377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Archived Updates (IER-24)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40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81912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0" y="50292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Assessment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0292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Model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0" y="50292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Data retention / OPSEC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60" y="5303520"/>
            <a:ext cx="2651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612880" y="5577840"/>
            <a:ext cx="2651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35040" y="594360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A8-F1 Assessment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5138928"/>
            <a:ext cx="24688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A8-F2 Updated Models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493776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583680" y="3657600"/>
            <a:ext cx="0" cy="1280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83680" y="3657600"/>
            <a:ext cx="13075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373600" y="5577840"/>
            <a:ext cx="228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093440" y="3291840"/>
            <a:ext cx="329184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Predicted vs Observed Assessment (IER-23)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465040" y="4937760"/>
            <a:ext cx="2194560" cy="58521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Archived Lessons Learned &amp; Model Updates (IER-24)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297680" y="64008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58400" y="64008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5819120" y="64008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43200" y="1046988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ATMOS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046988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Model management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64640" y="1046988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TruWeather Data Warehouse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