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A0 — Decompose Conduct Air-Focused Weather Exploitation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Acquire Micro-Weather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Generate Local Weather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383280"/>
            <a:ext cx="12344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Quantify 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3383280"/>
            <a:ext cx="14173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Federate and Maintain Federated Weather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148840"/>
            <a:ext cx="1371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Detect Threshold Crossings (Descriptive Support)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4800600"/>
            <a:ext cx="1371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A6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Produce Mission-Tailored Weather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566160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5557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02920" y="3913632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5557" y="3897630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02920" y="2103120"/>
            <a:ext cx="68122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103120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65176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27798" y="26357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103120"/>
            <a:ext cx="0" cy="32004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530352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27798" y="52875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54096"/>
            <a:ext cx="18288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I1 Collocated Atmospheric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160520"/>
            <a:ext cx="9601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I2 Peer Platform Weather 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1847088"/>
            <a:ext cx="1874519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I3 Mission Weather Threshold Definitions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1188720"/>
            <a:ext cx="0" cy="914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0240" y="1280160"/>
            <a:ext cx="7635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55279" y="128016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939277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55480" y="1280160"/>
            <a:ext cx="0" cy="33832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955279" y="4663440"/>
            <a:ext cx="160020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4663440"/>
            <a:ext cx="0" cy="137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39277" y="4784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754880" y="1188720"/>
            <a:ext cx="0" cy="3200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54880" y="1508760"/>
            <a:ext cx="4919472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97880" y="150876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8187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595360" y="150876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579358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674352" y="1508760"/>
            <a:ext cx="0" cy="30632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595360" y="4572000"/>
            <a:ext cx="1078992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95360" y="4572000"/>
            <a:ext cx="0" cy="2286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579358" y="4784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315200" y="1188720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37960" y="1737360"/>
            <a:ext cx="777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37960" y="173736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2195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932688"/>
            <a:ext cx="301752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 Mission objectives and operational constraints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932688"/>
            <a:ext cx="233172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 OPSEC / classification guidance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932688"/>
            <a:ext cx="320040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 Network availability and DDS QoS policies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372618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5443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794760" y="372618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05307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303520" y="372618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5161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94944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3760" y="2423160"/>
            <a:ext cx="0" cy="11430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23760" y="242316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527798" y="2407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6949440" y="3913632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223760" y="3913632"/>
            <a:ext cx="0" cy="1161288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223760" y="507492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527798" y="50589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91640" y="2798064"/>
            <a:ext cx="1463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F1 Time/Geo-Tagged, Quality-Checked Observations (IER-03)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2798064"/>
            <a:ext cx="1463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F2 Local Micro-Weather State Estimate (IER-05)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90872" y="2798064"/>
            <a:ext cx="1463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F3 Confidence Bounds &amp; Risk Envelopes (IER-09)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67728" y="2962656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F4 Federated Weather Context / COWP State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7728" y="4187952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F5 Federated Weather Context / COWP State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949440" y="3726180"/>
            <a:ext cx="26974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630918" y="37101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8915400" y="2491740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630918" y="24757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8915400" y="5143500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630918" y="51274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9520" y="3474720"/>
            <a:ext cx="17830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O1 Fused COWP State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42832" y="1938528"/>
            <a:ext cx="76809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O3 Weather State Change Notifications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5230368"/>
            <a:ext cx="76809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O2 Mission-Tailored COWP Excerpts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417320" y="6126480"/>
            <a:ext cx="7680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429000" y="6446520"/>
            <a:ext cx="15544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20240" y="6766560"/>
            <a:ext cx="73609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1732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4013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288036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8643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443484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44188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5897880" y="4069080"/>
            <a:ext cx="0" cy="2057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58818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7955279" y="548640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7939277" y="5470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9098280" y="3291840"/>
            <a:ext cx="0" cy="2834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955279" y="3291840"/>
            <a:ext cx="114300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955279" y="2834640"/>
            <a:ext cx="0" cy="4572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7939277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3429000" y="4069080"/>
            <a:ext cx="0" cy="23774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41299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4983480" y="4069080"/>
            <a:ext cx="0" cy="23774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49674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1920240" y="4069080"/>
            <a:ext cx="0" cy="2697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9042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6537960" y="4069080"/>
            <a:ext cx="0" cy="2697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65219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595360" y="548640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8579358" y="5470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9281160" y="3429000"/>
            <a:ext cx="0" cy="333756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595360" y="34290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595360" y="2834640"/>
            <a:ext cx="0" cy="594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8579358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4400" y="6903720"/>
            <a:ext cx="256032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0" y="6903720"/>
            <a:ext cx="224028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 ABLE-LBM / reduced models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3600" y="6903720"/>
            <a:ext cx="224028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