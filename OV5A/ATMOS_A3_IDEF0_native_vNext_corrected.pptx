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A3 — Decompose Quantify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967728"/>
            <a:ext cx="13258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Node: A3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24612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Estimate Observation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324612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Estimate Model and State Uncertainty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324612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A33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Package Confidence Bounds and Risk Envelopes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7170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5569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86918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5317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65810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4209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896112"/>
            <a:ext cx="21031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C31 Sensor uncertainty models; calibration/state-of-health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914400"/>
            <a:ext cx="224028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C32 Error propagation rules; model tuning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914400"/>
            <a:ext cx="23317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C33 Confidence representation standards; formatting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2606040"/>
            <a:ext cx="59436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73552" y="2606040"/>
            <a:ext cx="0" cy="8686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73552" y="3474720"/>
            <a:ext cx="521208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78758" y="34587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00800" y="2606040"/>
            <a:ext cx="0" cy="7772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3383280"/>
            <a:ext cx="2286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61339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1956816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F2 Local Micro-Weather State Estimate (IER-05)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276856"/>
            <a:ext cx="1783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From A2 Generate Local Weather State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00400" y="3657600"/>
            <a:ext cx="5943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77875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843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943600" y="3657600"/>
            <a:ext cx="6858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6133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275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200400" y="3383280"/>
            <a:ext cx="1371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337560" y="2880360"/>
            <a:ext cx="0" cy="5029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2880360"/>
            <a:ext cx="30175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55080" y="2880360"/>
            <a:ext cx="0" cy="100584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55080" y="388620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613398" y="38701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8439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943600" y="3383280"/>
            <a:ext cx="1828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126480" y="2880360"/>
            <a:ext cx="0" cy="5029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927598" y="33672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06040" y="4206240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A3-F1 Observation Uncertainty Metrics (IER-07)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4206240"/>
            <a:ext cx="1783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A3-F2 Model / State Uncertainty Estimates (IER-08)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2542032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A3-F3 Combined Uncertainty Inputs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78240" y="3657600"/>
            <a:ext cx="7772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53947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6223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2743200"/>
            <a:ext cx="14447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F3 Confidence Bounds &amp; Risk Envelopes (IER-09)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96528" y="3712463"/>
            <a:ext cx="93268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A4 Federate and Maintain Federated Weather Context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783080" y="5943600"/>
            <a:ext cx="53949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783080" y="406908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7670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9961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4160520" y="406908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41445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7705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7178040" y="4069080"/>
            <a:ext cx="0" cy="18745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1620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9457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260604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5900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2257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M31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486918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48531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8571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53212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5161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4865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M32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8092440" y="4069080"/>
            <a:ext cx="0" cy="15087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80764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08975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355080"/>
            <a:ext cx="17830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40280" y="6355080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M31 ATMOS uncertainty module; sensor metadata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60520" y="6355080"/>
            <a:ext cx="14173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M2 ABLE-LBM / reduced models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23560" y="6355080"/>
            <a:ext cx="1691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M32 ABLE-LBM uncertainty routines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33488" y="6355080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M33 ATMOS packaging/serialization; DDS data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