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11887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19202400" cy="97840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201168"/>
            <a:ext cx="10058400" cy="4114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A1 — Decompose Acquire Micro-Weather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93440" y="237744"/>
            <a:ext cx="34747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Arial"/>
              </a:rPr>
              <a:t>Distribution Statement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0" y="10442448"/>
            <a:ext cx="17373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Node: A1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743200"/>
            <a:ext cx="27432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Sense Collocated Atmospheric Conditions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Collect local atmospheric observations using onboard or attached sensors.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3730752"/>
            <a:ext cx="411480" cy="237744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A11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6766560"/>
            <a:ext cx="27432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Receive Peer Platform Weather Observations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Ingest weather observations from peer air/ground nodes via DDS when connectivity permits.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7754112"/>
            <a:ext cx="411480" cy="237744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0" y="4754880"/>
            <a:ext cx="27432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Time-Tag, Geo-Tag, and Quality-Check Observations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Apply time, geolocation, and quality control processing to ensure consistency and traceability.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70280" y="5742431"/>
            <a:ext cx="411480" cy="237744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A13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20640" y="3383280"/>
            <a:ext cx="2468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89520" y="3383280"/>
            <a:ext cx="0" cy="17373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89520" y="5120640"/>
            <a:ext cx="38404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217920" y="7406640"/>
            <a:ext cx="173735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955279" y="5669280"/>
            <a:ext cx="0" cy="17373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5669280"/>
            <a:ext cx="3474721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60" y="3072384"/>
            <a:ext cx="219456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A1-F1 Collocated Atmospheric Observations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7461504"/>
            <a:ext cx="219456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A1-F2 Peer Platform Weather Observations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3383280"/>
            <a:ext cx="19202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" y="7406640"/>
            <a:ext cx="30175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3072384"/>
            <a:ext cx="182880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I1 Collocated Atmospheric Observations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7095744"/>
            <a:ext cx="182880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I2 Peer Platform Weather Observations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1005840"/>
            <a:ext cx="0" cy="17373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69280" y="1005840"/>
            <a:ext cx="0" cy="57607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801600" y="1005840"/>
            <a:ext cx="0" cy="37490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371600" y="566928"/>
            <a:ext cx="2743200" cy="38404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C11 Sensor configuration; platform operating state; sampling policies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66928"/>
            <a:ext cx="2743200" cy="38404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C12 DDS subscription filters; QoS; communications availability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566928"/>
            <a:ext cx="2743200" cy="38404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C13 QC rules; time/position accuracy requirements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4173200" y="5394960"/>
            <a:ext cx="54864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9751040" y="4983480"/>
            <a:ext cx="219456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F1 Time/Geo-Tagged, Quality-Checked Observations (IER-03)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751040" y="5623560"/>
            <a:ext cx="219456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To A2 Generate Local Weather State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7315200" y="9418320"/>
            <a:ext cx="0" cy="13716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743200" y="9418320"/>
            <a:ext cx="91440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743200" y="4023360"/>
            <a:ext cx="0" cy="53949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931920" y="8046720"/>
            <a:ext cx="0" cy="1371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887200" y="6035040"/>
            <a:ext cx="0" cy="33832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560320" y="4023360"/>
            <a:ext cx="0" cy="67665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846320" y="8046720"/>
            <a:ext cx="0" cy="27432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2801600" y="6035040"/>
            <a:ext cx="0" cy="47548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498079" y="9098280"/>
            <a:ext cx="30175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M1 Platforms hosting ATMOS node compute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10881360"/>
            <a:ext cx="237744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M11 Onboard/attached sensors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10881360"/>
            <a:ext cx="2651760" cy="38404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M12 DDS middleware; radios/network transport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10881360"/>
            <a:ext cx="3291840" cy="38404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M13 ATMOS edge processing; navigation solution (GPS/INS); local compute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