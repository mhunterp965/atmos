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502920"/>
            <a:ext cx="9418320" cy="681228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0"/>
            <a:ext cx="9418320" cy="31089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</a:rPr>
              <a:t>A6 — Decompose Produce Mission-Tailored Weather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8549640" y="6967728"/>
            <a:ext cx="1097280" cy="2743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A6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3154680"/>
            <a:ext cx="18288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A61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Ingest Federated Weather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3240" y="3154680"/>
            <a:ext cx="201168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A62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Apply Mission Constraints and Relevance Filtering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349240" y="3154680"/>
            <a:ext cx="1874519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A63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Apply OPSEC and Access Controls</a:t>
            </a:r>
          </a:p>
        </p:txBody>
      </p:sp>
      <p:sp>
        <p:nvSpPr>
          <p:cNvPr id="8" name="Rectangle 7"/>
          <p:cNvSpPr/>
          <p:nvPr/>
        </p:nvSpPr>
        <p:spPr>
          <a:xfrm>
            <a:off x="7452360" y="3154680"/>
            <a:ext cx="192024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A64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Produce and Disseminate Mission-Tailored Weather Context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3566160"/>
            <a:ext cx="50292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944118" y="355015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770632"/>
            <a:ext cx="14630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F4 Federated Weather Context / COWP State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2670048"/>
            <a:ext cx="246888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926080" y="2670048"/>
            <a:ext cx="0" cy="667512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926080" y="3337560"/>
            <a:ext cx="13716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047238" y="332155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322576"/>
            <a:ext cx="178308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I3 Mission Weather Threshold Definitions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874519" y="1417320"/>
            <a:ext cx="0" cy="173736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858517" y="31386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3566160" y="1417320"/>
            <a:ext cx="0" cy="173736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550158" y="31386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4480560" y="1783080"/>
            <a:ext cx="0" cy="137160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464558" y="31386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852160" y="1325880"/>
            <a:ext cx="2103119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852160" y="1325880"/>
            <a:ext cx="0" cy="182880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836158" y="31386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7955279" y="1325880"/>
            <a:ext cx="0" cy="182880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7939277" y="31386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6720840" y="1783080"/>
            <a:ext cx="0" cy="137160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704838" y="31386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8823960" y="1417320"/>
            <a:ext cx="0" cy="173736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807958" y="31386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896112"/>
            <a:ext cx="150876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C61 Ingestion schema; data currency and completeness rules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0" y="896112"/>
            <a:ext cx="141732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C1 Mission objectives and operational constraints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0" y="1325880"/>
            <a:ext cx="178308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C62 Mission relevance filters; consumer role/platform profiles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0680" y="896112"/>
            <a:ext cx="132588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C2 OPSEC / classification guidance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1325880"/>
            <a:ext cx="196596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C63 Access-control rules; classification markings; dissemination constraints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896112"/>
            <a:ext cx="164592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C64 Output formatting; dissemination policy; DDS QoS policy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788920" y="3566160"/>
            <a:ext cx="27432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3047238" y="355015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72918" y="355015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5074920" y="3566160"/>
            <a:ext cx="27432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5333238" y="355015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58918" y="355015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7223760" y="3566160"/>
            <a:ext cx="22860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7436358" y="355015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207758" y="355015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86000" y="4389120"/>
            <a:ext cx="16916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A6-F1 Federated Weather Context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4389120"/>
            <a:ext cx="16002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A6-F2 Filtered Weather Context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389120"/>
            <a:ext cx="155448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A6-F3 Authorized Weather Context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372600" y="3566160"/>
            <a:ext cx="27432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9630918" y="355015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56598" y="355015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89520" y="2670048"/>
            <a:ext cx="1874519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O2 Mission-Tailored COWP Excerpts (IER-18)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92440" y="4389120"/>
            <a:ext cx="1600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To Platforms / TOC / Authorized Consumers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417320" y="5532120"/>
            <a:ext cx="640080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417320" y="3977639"/>
            <a:ext cx="0" cy="1554481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1401318" y="3961637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15568" y="4059936"/>
            <a:ext cx="60350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M1</a:t>
            </a:r>
          </a:p>
        </p:txBody>
      </p:sp>
      <p:cxnSp>
        <p:nvCxnSpPr>
          <p:cNvPr id="59" name="Connector 58"/>
          <p:cNvCxnSpPr/>
          <p:nvPr/>
        </p:nvCxnSpPr>
        <p:spPr>
          <a:xfrm flipV="1">
            <a:off x="3520440" y="3977639"/>
            <a:ext cx="0" cy="1554481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3504438" y="3961637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18688" y="4059936"/>
            <a:ext cx="60350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M1</a:t>
            </a:r>
          </a:p>
        </p:txBody>
      </p:sp>
      <p:cxnSp>
        <p:nvCxnSpPr>
          <p:cNvPr id="62" name="Connector 61"/>
          <p:cNvCxnSpPr/>
          <p:nvPr/>
        </p:nvCxnSpPr>
        <p:spPr>
          <a:xfrm flipV="1">
            <a:off x="5806440" y="3977639"/>
            <a:ext cx="0" cy="1554481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5790438" y="3961637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04688" y="4059936"/>
            <a:ext cx="60350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M1</a:t>
            </a:r>
          </a:p>
        </p:txBody>
      </p:sp>
      <p:cxnSp>
        <p:nvCxnSpPr>
          <p:cNvPr id="65" name="Connector 64"/>
          <p:cNvCxnSpPr/>
          <p:nvPr/>
        </p:nvCxnSpPr>
        <p:spPr>
          <a:xfrm flipV="1">
            <a:off x="7818120" y="3977639"/>
            <a:ext cx="0" cy="1554481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7802118" y="3961637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16368" y="4059936"/>
            <a:ext cx="60350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M1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2331720" y="5166360"/>
            <a:ext cx="443484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2331720" y="3977639"/>
            <a:ext cx="0" cy="1188721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2315718" y="3961637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29967" y="4059936"/>
            <a:ext cx="60350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M61</a:t>
            </a:r>
          </a:p>
        </p:txBody>
      </p:sp>
      <p:cxnSp>
        <p:nvCxnSpPr>
          <p:cNvPr id="72" name="Connector 71"/>
          <p:cNvCxnSpPr/>
          <p:nvPr/>
        </p:nvCxnSpPr>
        <p:spPr>
          <a:xfrm flipV="1">
            <a:off x="4617720" y="3977639"/>
            <a:ext cx="0" cy="1188721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4601718" y="3961637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15968" y="4059936"/>
            <a:ext cx="60350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M61</a:t>
            </a:r>
          </a:p>
        </p:txBody>
      </p:sp>
      <p:cxnSp>
        <p:nvCxnSpPr>
          <p:cNvPr id="75" name="Connector 74"/>
          <p:cNvCxnSpPr/>
          <p:nvPr/>
        </p:nvCxnSpPr>
        <p:spPr>
          <a:xfrm flipV="1">
            <a:off x="6766560" y="3977639"/>
            <a:ext cx="0" cy="1188721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6750558" y="3961637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64808" y="4059936"/>
            <a:ext cx="60350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M61</a:t>
            </a:r>
          </a:p>
        </p:txBody>
      </p:sp>
      <p:cxnSp>
        <p:nvCxnSpPr>
          <p:cNvPr id="78" name="Connector 77"/>
          <p:cNvCxnSpPr/>
          <p:nvPr/>
        </p:nvCxnSpPr>
        <p:spPr>
          <a:xfrm flipV="1">
            <a:off x="8321040" y="3977639"/>
            <a:ext cx="0" cy="822961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8305038" y="3961637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019288" y="4059936"/>
            <a:ext cx="60350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M3</a:t>
            </a:r>
          </a:p>
        </p:txBody>
      </p:sp>
      <p:cxnSp>
        <p:nvCxnSpPr>
          <p:cNvPr id="81" name="Connector 80"/>
          <p:cNvCxnSpPr/>
          <p:nvPr/>
        </p:nvCxnSpPr>
        <p:spPr>
          <a:xfrm flipV="1">
            <a:off x="8823960" y="3977639"/>
            <a:ext cx="0" cy="822961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81"/>
          <p:cNvSpPr/>
          <p:nvPr/>
        </p:nvSpPr>
        <p:spPr>
          <a:xfrm>
            <a:off x="8807958" y="3961637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522208" y="4059936"/>
            <a:ext cx="60350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M62</a:t>
            </a:r>
          </a:p>
        </p:txBody>
      </p:sp>
      <p:cxnSp>
        <p:nvCxnSpPr>
          <p:cNvPr id="84" name="Connector 83"/>
          <p:cNvCxnSpPr/>
          <p:nvPr/>
        </p:nvCxnSpPr>
        <p:spPr>
          <a:xfrm flipV="1">
            <a:off x="9235440" y="3977639"/>
            <a:ext cx="0" cy="822961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ectangle 84"/>
          <p:cNvSpPr/>
          <p:nvPr/>
        </p:nvSpPr>
        <p:spPr>
          <a:xfrm>
            <a:off x="9219438" y="3961637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933688" y="4059936"/>
            <a:ext cx="60350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M63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7200" y="5897880"/>
            <a:ext cx="16916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M1 Platforms hosting ATMOS node compute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240280" y="5897880"/>
            <a:ext cx="17830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M3 DDS middleware and communications links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14800" y="5897880"/>
            <a:ext cx="16916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M61 ATMOS extraction/filtering services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897880" y="5897880"/>
            <a:ext cx="16916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M62 Packaging / serialization components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680960" y="5870448"/>
            <a:ext cx="1874519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M63 TOC/GCS display systems and authorized consumer interfaces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