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640080"/>
            <a:ext cx="9509759" cy="6675120"/>
          </a:xfrm>
          <a:prstGeom prst="rect">
            <a:avLst/>
          </a:prstGeom>
          <a:noFill/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7406640" cy="246888"/>
          </a:xfrm>
          <a:prstGeom prst="rect">
            <a:avLst/>
          </a:prstGeom>
          <a:noFill/>
        </p:spPr>
        <p:txBody>
          <a:bodyPr wrap="square" anchor="t" lIns="6350" rIns="6350" tIns="6350" bIns="635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A-0 — Conduct Air-Focused Weather Exploitation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54864"/>
            <a:ext cx="2011680" cy="219456"/>
          </a:xfrm>
          <a:prstGeom prst="rect">
            <a:avLst/>
          </a:prstGeom>
          <a:noFill/>
        </p:spPr>
        <p:txBody>
          <a:bodyPr wrap="square" anchor="t" lIns="6350" rIns="6350" tIns="6350" bIns="635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Arial"/>
              </a:rPr>
              <a:t>Distribution Statement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903720"/>
            <a:ext cx="1463040" cy="228600"/>
          </a:xfrm>
          <a:prstGeom prst="rect">
            <a:avLst/>
          </a:prstGeom>
          <a:noFill/>
        </p:spPr>
        <p:txBody>
          <a:bodyPr wrap="square" anchor="t" lIns="6350" rIns="6350" tIns="6350" bIns="6350">
            <a:spAutoFit/>
          </a:bodyPr>
          <a:lstStyle/>
          <a:p>
            <a:pPr algn="r"/>
            <a:r>
              <a:rPr sz="1000" b="1">
                <a:solidFill>
                  <a:srgbClr val="000000"/>
                </a:solidFill>
                <a:latin typeface="Arial"/>
              </a:rPr>
              <a:t>Node: A-0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926080"/>
            <a:ext cx="2743200" cy="1920239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A-0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Conduct Air-Focused Weather Exploitation Operations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4320" y="3154680"/>
            <a:ext cx="118872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63040" y="3154680"/>
            <a:ext cx="0" cy="22860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63040" y="3383280"/>
            <a:ext cx="219456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639312" y="3364992"/>
            <a:ext cx="36576" cy="3657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74320" y="4617720"/>
            <a:ext cx="118872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463040" y="4389120"/>
            <a:ext cx="0" cy="22860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63040" y="4389120"/>
            <a:ext cx="219456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639312" y="4370832"/>
            <a:ext cx="36576" cy="3657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2798064"/>
            <a:ext cx="2743200" cy="292608"/>
          </a:xfrm>
          <a:prstGeom prst="rect">
            <a:avLst/>
          </a:prstGeom>
          <a:noFill/>
        </p:spPr>
        <p:txBody>
          <a:bodyPr wrap="square" anchor="t" lIns="6350" rIns="6350" tIns="6350" bIns="635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Arial"/>
              </a:rPr>
              <a:t>I1 Collocated Atmospheric Observations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681728"/>
            <a:ext cx="2743200" cy="292608"/>
          </a:xfrm>
          <a:prstGeom prst="rect">
            <a:avLst/>
          </a:prstGeom>
          <a:noFill/>
        </p:spPr>
        <p:txBody>
          <a:bodyPr wrap="square" anchor="t" lIns="6350" rIns="6350" tIns="6350" bIns="635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Arial"/>
              </a:rPr>
              <a:t>I2 Peer Platform Weather Observations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28800" y="640080"/>
            <a:ext cx="0" cy="59436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1234440"/>
            <a:ext cx="224028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69080" y="1234440"/>
            <a:ext cx="0" cy="169164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050792" y="2907792"/>
            <a:ext cx="36576" cy="3657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840480" y="640080"/>
            <a:ext cx="0" cy="96012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840480" y="1600200"/>
            <a:ext cx="86868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709160" y="1600200"/>
            <a:ext cx="0" cy="132588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690872" y="2907792"/>
            <a:ext cx="36576" cy="3657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400800" y="640080"/>
            <a:ext cx="0" cy="132588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5349240" y="1965960"/>
            <a:ext cx="10515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49240" y="1965960"/>
            <a:ext cx="0" cy="96012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330952" y="2907792"/>
            <a:ext cx="36576" cy="3657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8503920" y="640080"/>
            <a:ext cx="0" cy="169164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5989320" y="2331720"/>
            <a:ext cx="251460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989320" y="2331720"/>
            <a:ext cx="0" cy="59436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5971032" y="2907792"/>
            <a:ext cx="36576" cy="3657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29184"/>
            <a:ext cx="2103120" cy="292608"/>
          </a:xfrm>
          <a:prstGeom prst="rect">
            <a:avLst/>
          </a:prstGeom>
          <a:noFill/>
        </p:spPr>
        <p:txBody>
          <a:bodyPr wrap="square" anchor="t" lIns="6350" rIns="6350" tIns="6350" bIns="635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C1 Mission objectives and operational constraints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329184"/>
            <a:ext cx="2103120" cy="292608"/>
          </a:xfrm>
          <a:prstGeom prst="rect">
            <a:avLst/>
          </a:prstGeom>
          <a:noFill/>
        </p:spPr>
        <p:txBody>
          <a:bodyPr wrap="square" anchor="t" lIns="6350" rIns="6350" tIns="6350" bIns="635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C2 OPSEC / classification guidance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329184"/>
            <a:ext cx="2103120" cy="292608"/>
          </a:xfrm>
          <a:prstGeom prst="rect">
            <a:avLst/>
          </a:prstGeom>
          <a:noFill/>
        </p:spPr>
        <p:txBody>
          <a:bodyPr wrap="square" anchor="t" lIns="6350" rIns="6350" tIns="6350" bIns="635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C3 Network availability and DDS QoS policies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9520" y="329184"/>
            <a:ext cx="2148840" cy="292608"/>
          </a:xfrm>
          <a:prstGeom prst="rect">
            <a:avLst/>
          </a:prstGeom>
          <a:noFill/>
        </p:spPr>
        <p:txBody>
          <a:bodyPr wrap="square" anchor="t" lIns="6350" rIns="6350" tIns="6350" bIns="635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I3 Mission Weather Threshold Definitions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19272"/>
            <a:ext cx="36576" cy="3657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400800" y="3337560"/>
            <a:ext cx="201168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8412480" y="3108960"/>
            <a:ext cx="0" cy="22860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412480" y="3108960"/>
            <a:ext cx="137160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382512" y="3867912"/>
            <a:ext cx="36576" cy="3657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6400800" y="3886200"/>
            <a:ext cx="228600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86800" y="3886200"/>
            <a:ext cx="0" cy="22860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686800" y="4114800"/>
            <a:ext cx="109728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6382512" y="4416552"/>
            <a:ext cx="36576" cy="3657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6400800" y="4434840"/>
            <a:ext cx="201168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412480" y="4434840"/>
            <a:ext cx="0" cy="22860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412480" y="4663440"/>
            <a:ext cx="137160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537960" y="2999232"/>
            <a:ext cx="3017520" cy="292608"/>
          </a:xfrm>
          <a:prstGeom prst="rect">
            <a:avLst/>
          </a:prstGeom>
          <a:noFill/>
        </p:spPr>
        <p:txBody>
          <a:bodyPr wrap="square" anchor="t" lIns="6350" rIns="6350" tIns="6350" bIns="635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Arial"/>
              </a:rPr>
              <a:t>O1 Fused COWP State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37960" y="3547872"/>
            <a:ext cx="3017520" cy="292608"/>
          </a:xfrm>
          <a:prstGeom prst="rect">
            <a:avLst/>
          </a:prstGeom>
          <a:noFill/>
        </p:spPr>
        <p:txBody>
          <a:bodyPr wrap="square" anchor="t" lIns="6350" rIns="6350" tIns="6350" bIns="635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Arial"/>
              </a:rPr>
              <a:t>O2 Mission-Tailored COWP Excerpts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37960" y="4096512"/>
            <a:ext cx="3017520" cy="292608"/>
          </a:xfrm>
          <a:prstGeom prst="rect">
            <a:avLst/>
          </a:prstGeom>
          <a:noFill/>
        </p:spPr>
        <p:txBody>
          <a:bodyPr wrap="square" anchor="t" lIns="6350" rIns="6350" tIns="6350" bIns="635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Arial"/>
              </a:rPr>
              <a:t>O3 Weather State Change Notifications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2743200" y="6217920"/>
            <a:ext cx="0" cy="109728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743200" y="6217920"/>
            <a:ext cx="146304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206240" y="4846320"/>
            <a:ext cx="0" cy="137160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4187952" y="4828032"/>
            <a:ext cx="36576" cy="3657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4754880" y="6400800"/>
            <a:ext cx="0" cy="91440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754880" y="6400800"/>
            <a:ext cx="27432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5029200" y="4846320"/>
            <a:ext cx="0" cy="155448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5010912" y="4828032"/>
            <a:ext cx="36576" cy="3657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V="1">
            <a:off x="7315200" y="6583680"/>
            <a:ext cx="0" cy="73152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5852160" y="6583680"/>
            <a:ext cx="146304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5852160" y="4846320"/>
            <a:ext cx="0" cy="173736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5833872" y="4828032"/>
            <a:ext cx="36576" cy="3657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00200" y="7370064"/>
            <a:ext cx="2286000" cy="292608"/>
          </a:xfrm>
          <a:prstGeom prst="rect">
            <a:avLst/>
          </a:prstGeom>
          <a:noFill/>
        </p:spPr>
        <p:txBody>
          <a:bodyPr wrap="square" anchor="t" lIns="6350" rIns="6350" tIns="6350" bIns="635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M1 Platforms hosting ATMOS node compute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7370064"/>
            <a:ext cx="2103120" cy="292608"/>
          </a:xfrm>
          <a:prstGeom prst="rect">
            <a:avLst/>
          </a:prstGeom>
          <a:noFill/>
        </p:spPr>
        <p:txBody>
          <a:bodyPr wrap="square" anchor="t" lIns="6350" rIns="6350" tIns="6350" bIns="635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M2 ABLE-LBM / reduced models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17920" y="7370064"/>
            <a:ext cx="2377440" cy="292608"/>
          </a:xfrm>
          <a:prstGeom prst="rect">
            <a:avLst/>
          </a:prstGeom>
          <a:noFill/>
        </p:spPr>
        <p:txBody>
          <a:bodyPr wrap="square" anchor="t" lIns="6350" rIns="6350" tIns="6350" bIns="635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M3 DDS middleware and communications links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