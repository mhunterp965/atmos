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91440"/>
            <a:ext cx="57881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ATMOS Operational Architecture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453128" y="2606040"/>
            <a:ext cx="32918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Conduct Air-Focused Weather Exploitation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59168" y="3922776"/>
            <a:ext cx="594360" cy="274320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A-0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880360"/>
            <a:ext cx="3995928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606040"/>
            <a:ext cx="35661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429000"/>
            <a:ext cx="3995928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154680"/>
            <a:ext cx="35661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3977639"/>
            <a:ext cx="3995928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3703320"/>
            <a:ext cx="35661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80" y="86868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91440"/>
            <a:ext cx="11887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86868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04688" y="91440"/>
            <a:ext cx="11887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86868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29400" y="91440"/>
            <a:ext cx="11887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44968" y="2880360"/>
            <a:ext cx="400507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0" y="2606040"/>
            <a:ext cx="374903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3429000"/>
            <a:ext cx="400507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3840" y="3154680"/>
            <a:ext cx="374903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44968" y="3977639"/>
            <a:ext cx="400507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0" y="3703320"/>
            <a:ext cx="374903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983480" y="425196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89120" y="6053328"/>
            <a:ext cx="11887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99048" y="425196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04688" y="6053328"/>
            <a:ext cx="11887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223760" y="425196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29400" y="6053328"/>
            <a:ext cx="11887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