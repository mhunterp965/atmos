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1188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9202400" cy="97840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91440"/>
            <a:ext cx="1371600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A6 — Decompose Produce Mission-Tailored Weather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0" y="109728"/>
            <a:ext cx="3108960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1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0" y="10469880"/>
            <a:ext cx="17373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Node: A6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4572000"/>
            <a:ext cx="2468879" cy="16459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Ingest Federated Weather Context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Receive federated weather context produced by A4 for downstream tailoring.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594360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A61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4572000"/>
            <a:ext cx="2468880" cy="16459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Apply Mission Constraints and Relevance Filtering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Filter weather data using mission objectives and operational relevance criteria.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594360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4572000"/>
            <a:ext cx="2468879" cy="16459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Apply OPSEC and Access Controls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Filter or redact weather context based on classification and dissemination constraints.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38759" y="594360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70480" y="4572000"/>
            <a:ext cx="2468879" cy="16459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Produce and Disseminate Mission-Tailored Weather Context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Package, format, and distribute mission-tailored excerpts to platforms and TOC.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36439" y="594360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A64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5394960"/>
            <a:ext cx="19202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4718304"/>
            <a:ext cx="18288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F4 Federated Weather Context / COWP State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46320" y="5394960"/>
            <a:ext cx="18288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5394960"/>
            <a:ext cx="18288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441680" y="5394960"/>
            <a:ext cx="18288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92040" y="4736592"/>
            <a:ext cx="173736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A6-F1 Federated Weather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4736592"/>
            <a:ext cx="173736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A6-F2 Filtered Weather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87400" y="4736592"/>
            <a:ext cx="173736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A6-F3 Authorized Weather Context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09560" y="1005840"/>
            <a:ext cx="0" cy="35661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56080" y="1005840"/>
            <a:ext cx="0" cy="1188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207240" y="2194560"/>
            <a:ext cx="429767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207240" y="2194560"/>
            <a:ext cx="0" cy="23774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504919" y="2194560"/>
            <a:ext cx="0" cy="23774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72200" y="457200"/>
            <a:ext cx="34747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C1 Mission objectives and operational constraints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0" y="457200"/>
            <a:ext cx="2926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C2 OPSEC / classification guidance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739360" y="5394960"/>
            <a:ext cx="19202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830800" y="4700016"/>
            <a:ext cx="182880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O2 Mission-Tailored COWP Excerpts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751040" y="5138928"/>
            <a:ext cx="210312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To Platforms / TOC / Authorized Consumers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9875520" y="7315200"/>
            <a:ext cx="0" cy="3474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611880" y="7315200"/>
            <a:ext cx="128930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611880" y="62179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909560" y="62179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2207240" y="62179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6504919" y="62179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5910559" y="6217920"/>
            <a:ext cx="0" cy="45720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7282160" y="6217920"/>
            <a:ext cx="0" cy="45720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412480" y="10927080"/>
            <a:ext cx="2926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M1 Platforms hosting ATMOS node compute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67360" y="10927080"/>
            <a:ext cx="27432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M3 DDS middleware and communications links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453359" y="11292840"/>
            <a:ext cx="2926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M61 Packaging / serialization components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