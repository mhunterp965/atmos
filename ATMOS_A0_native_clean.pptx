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201168"/>
            <a:ext cx="914400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A0 — Decompose Conduct Air-Focused Weather Exploitation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93440" y="237744"/>
            <a:ext cx="34747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42448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A0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Acquire Micro-Weather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563270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Generate Local Weather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563270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Quantify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19" y="563270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47120" y="475488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Federate and Maintain Federated Weather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04520" y="563270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96159" y="2743200"/>
            <a:ext cx="2743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Detect Threshold Crossings (Descriptive Support)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36439" y="362102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996159" y="6766560"/>
            <a:ext cx="2743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Produce Mission-Tailored Weather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36439" y="764438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534924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534924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07040" y="534924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807440" y="507492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4356080" y="3337560"/>
            <a:ext cx="0" cy="17373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56080" y="3337560"/>
            <a:ext cx="640079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807440" y="562356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356080" y="562356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356080" y="7178040"/>
            <a:ext cx="640079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03320" y="4160520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F1 Time/Geo-Tagged, Quality-Checked Observations (IER-03)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77639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F2 Local Micro-Weather State Estimate (IER-05)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160520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F3 Confidence Bounds &amp; Risk Envelopes (IER-09)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24560" y="224028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F4 Federated Weather Context / COWP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6510528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F5 Federated Weather Context / COWP State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5074920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" y="5623560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" y="8961120"/>
            <a:ext cx="13624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081760" y="3703320"/>
            <a:ext cx="0" cy="5257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081760" y="3703320"/>
            <a:ext cx="914399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081760" y="7543800"/>
            <a:ext cx="0" cy="1417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081760" y="7543800"/>
            <a:ext cx="914399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4736592"/>
            <a:ext cx="160020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50992"/>
            <a:ext cx="160020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8641080"/>
            <a:ext cx="265176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161520" y="1005840"/>
            <a:ext cx="0" cy="3749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984480" y="100584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984480" y="1280160"/>
            <a:ext cx="5303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984480" y="1280160"/>
            <a:ext cx="0" cy="34747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8288000" y="1280160"/>
            <a:ext cx="0" cy="46634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6093440" y="5943600"/>
            <a:ext cx="2194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6093440" y="5943600"/>
            <a:ext cx="0" cy="8229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6367759" y="1005840"/>
            <a:ext cx="0" cy="3657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6367759" y="1371600"/>
            <a:ext cx="246888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6367759" y="1371600"/>
            <a:ext cx="0" cy="1371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8836640" y="1371600"/>
            <a:ext cx="0" cy="49377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733520" y="6309360"/>
            <a:ext cx="21031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733520" y="630936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601200" y="603504"/>
            <a:ext cx="237744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35840" y="603504"/>
            <a:ext cx="228600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453359" y="603504"/>
            <a:ext cx="283464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3807440" y="5349240"/>
            <a:ext cx="58521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739360" y="3337560"/>
            <a:ext cx="1920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739360" y="7360920"/>
            <a:ext cx="1920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9751040" y="512064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O1 Fused COWP State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751040" y="310896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O3 Weather State Change Notifications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751040" y="713232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O2 Mission-Tailored COWP Excerpts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3657600" y="9601200"/>
            <a:ext cx="0" cy="1188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383280" y="9601200"/>
            <a:ext cx="1298447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383280" y="5943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035040" y="5943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052560" y="5943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2344400" y="5943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6093440" y="7955279"/>
            <a:ext cx="0" cy="164592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4538960" y="5394960"/>
            <a:ext cx="0" cy="4206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4538960" y="5394960"/>
            <a:ext cx="182879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6367759" y="393192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400800" y="9966960"/>
            <a:ext cx="0" cy="8229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675120" y="9966960"/>
            <a:ext cx="3017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75120" y="5943600"/>
            <a:ext cx="0" cy="4023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692640" y="5943600"/>
            <a:ext cx="0" cy="4023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2801600" y="1014984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3075920" y="10149840"/>
            <a:ext cx="3657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3075920" y="5943600"/>
            <a:ext cx="0" cy="42062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6733520" y="7955279"/>
            <a:ext cx="0" cy="21945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828800" y="10881360"/>
            <a:ext cx="292608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10881360"/>
            <a:ext cx="27432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38560" y="10881360"/>
            <a:ext cx="310896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