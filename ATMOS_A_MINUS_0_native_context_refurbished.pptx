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74320"/>
            <a:ext cx="9509760" cy="722376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65760"/>
            <a:ext cx="9509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ATMOS Operational Architecture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657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Distribution Statement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7187184"/>
            <a:ext cx="1737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000000"/>
                </a:solidFill>
                <a:latin typeface="Arial"/>
              </a:rPr>
              <a:t>Node: A-0</a:t>
            </a:r>
          </a:p>
        </p:txBody>
      </p:sp>
      <p:sp>
        <p:nvSpPr>
          <p:cNvPr id="6" name="Rectangle 5"/>
          <p:cNvSpPr/>
          <p:nvPr/>
        </p:nvSpPr>
        <p:spPr>
          <a:xfrm>
            <a:off x="3749039" y="3246120"/>
            <a:ext cx="2560320" cy="146304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/>
            <a:r>
              <a:rPr sz="1200" b="0">
                <a:solidFill>
                  <a:srgbClr val="000000"/>
                </a:solidFill>
                <a:latin typeface="Arial"/>
              </a:rPr>
              <a:t>Conduct Air-Focused Weather Exploitation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4434840"/>
            <a:ext cx="4389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A-0</a:t>
            </a:r>
          </a:p>
        </p:txBody>
      </p:sp>
      <p:sp>
        <p:nvSpPr>
          <p:cNvPr id="8" name="Oval 7"/>
          <p:cNvSpPr/>
          <p:nvPr/>
        </p:nvSpPr>
        <p:spPr>
          <a:xfrm>
            <a:off x="3730752" y="371551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0752" y="420319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42816" y="322783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322783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66944" y="322783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79008" y="322783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1072" y="3593591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91072" y="395935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91072" y="432511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70832" y="469087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010912" y="469087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50992" y="4690872"/>
            <a:ext cx="36576" cy="36576"/>
          </a:xfrm>
          <a:prstGeom prst="ellipse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417320" y="3733799"/>
            <a:ext cx="233171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3459480"/>
            <a:ext cx="2743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I1 Collocated Atmospheric Observations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417320" y="4221480"/>
            <a:ext cx="2331719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57200" y="3947160"/>
            <a:ext cx="27432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I2 Peer Platform Weather Observations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1481328"/>
            <a:ext cx="1243583" cy="176479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377439" y="914400"/>
            <a:ext cx="1280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I3 Mission Weather Threshold Definitions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389120" y="1481328"/>
            <a:ext cx="384048" cy="176479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49039" y="914400"/>
            <a:ext cx="1280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C1 Mission objectives and operational constraints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5285231" y="1481328"/>
            <a:ext cx="384049" cy="176479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0" y="914400"/>
            <a:ext cx="1280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C2 OPSEC / classification guidance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797296" y="1481328"/>
            <a:ext cx="1426464" cy="1764792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0" y="914400"/>
            <a:ext cx="1280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C3 Network availability and DDS QoS policies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09359" y="3611879"/>
            <a:ext cx="2331721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92240" y="333756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O1 Fused COWP State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59" y="3977639"/>
            <a:ext cx="2331721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92240" y="370332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O2 Mission-Tailored COWP Excerpts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09359" y="4343400"/>
            <a:ext cx="2331721" cy="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92240" y="4069080"/>
            <a:ext cx="301752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O3 Weather State Change Notifications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3383280" y="4709160"/>
            <a:ext cx="1005840" cy="173736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51760" y="644652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M1 Platforms hosting ATMOS node compute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5029200" y="4709160"/>
            <a:ext cx="0" cy="173736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297680" y="644652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M2 ABLE-LBM / reduced models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5669279" y="4709160"/>
            <a:ext cx="1005841" cy="1737360"/>
          </a:xfrm>
          <a:prstGeom prst="bentConnector3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943600" y="6446520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Arial"/>
              </a:rPr>
              <a:t>M3 DDS middleware and communications links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