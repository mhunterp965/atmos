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116800" cy="1051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7373600" cy="93726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91440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A0 — Decompose Conduct Air-Focused Weather Exploitation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79040" y="54864"/>
            <a:ext cx="25603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0" y="10104120"/>
            <a:ext cx="25603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A0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Acquire Micro-Weather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Generate Local Weather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Quantify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Federate and Maintain Federated Weather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47520" y="274320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Detect Threshold Crossings (Descriptive Support)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0" y="362102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47520" y="667512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Produce Mission-Tailored Weather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0" y="755294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534924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98079" y="5349240"/>
            <a:ext cx="54864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24160" y="534924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350240" y="512064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0" y="3337560"/>
            <a:ext cx="0" cy="1783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898880" y="333756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350240" y="557784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898880" y="5577840"/>
            <a:ext cx="0" cy="1691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898880" y="726948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66160" y="4160520"/>
            <a:ext cx="25603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39"/>
            <a:ext cx="25603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60520"/>
            <a:ext cx="25603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0" y="228600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0" y="6236208"/>
            <a:ext cx="219456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F5 Federated Weather Context / COWP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12064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" y="557784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" y="8961120"/>
            <a:ext cx="13533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716000" y="3520440"/>
            <a:ext cx="0" cy="54406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716000" y="3520440"/>
            <a:ext cx="7315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990320" y="740664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990320" y="740664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4736592"/>
            <a:ext cx="16916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96128"/>
            <a:ext cx="16916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8613648"/>
            <a:ext cx="265176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161520" y="457200"/>
            <a:ext cx="0" cy="4297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521440" y="45720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521440" y="914400"/>
            <a:ext cx="0" cy="38404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521440" y="914400"/>
            <a:ext cx="5852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7373600" y="914400"/>
            <a:ext cx="0" cy="4389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5910559" y="5303520"/>
            <a:ext cx="146304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910559" y="530352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636240" y="457200"/>
            <a:ext cx="0" cy="3657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636240" y="822960"/>
            <a:ext cx="0" cy="19202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636240" y="822960"/>
            <a:ext cx="2011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7647920" y="822960"/>
            <a:ext cx="0" cy="4846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276320" y="5669280"/>
            <a:ext cx="1371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276320" y="5669280"/>
            <a:ext cx="0" cy="10058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235440" y="137160"/>
            <a:ext cx="210312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27280" y="137160"/>
            <a:ext cx="210312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0" y="137160"/>
            <a:ext cx="210312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350240" y="4937760"/>
            <a:ext cx="182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3533120" y="1828800"/>
            <a:ext cx="0" cy="31089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3533120" y="1828800"/>
            <a:ext cx="4297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6824960" y="3337560"/>
            <a:ext cx="1005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6824960" y="7269480"/>
            <a:ext cx="1005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7967960" y="1627632"/>
            <a:ext cx="20574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967960" y="3127248"/>
            <a:ext cx="20574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967960" y="7059168"/>
            <a:ext cx="20574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2743200" y="8412480"/>
            <a:ext cx="0" cy="1417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560320" y="8412480"/>
            <a:ext cx="13075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743200" y="5943600"/>
            <a:ext cx="0" cy="2468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852160" y="5943600"/>
            <a:ext cx="0" cy="2468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778240" y="5943600"/>
            <a:ext cx="0" cy="2468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704320" y="5943600"/>
            <a:ext cx="0" cy="2468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5179040" y="786384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4081760" y="4480560"/>
            <a:ext cx="0" cy="3931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081760" y="4480560"/>
            <a:ext cx="1554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5636240" y="393192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400800" y="877824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217920" y="8778240"/>
            <a:ext cx="2194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217920" y="594360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412480" y="594360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2801600" y="914400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2435840" y="9144000"/>
            <a:ext cx="31089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2435840" y="5943600"/>
            <a:ext cx="0" cy="3200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5544800" y="7863840"/>
            <a:ext cx="0" cy="1280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645920" y="9893808"/>
            <a:ext cx="27432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3520" y="9893808"/>
            <a:ext cx="27432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521440" y="9893808"/>
            <a:ext cx="310896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