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8"/>
  </p:sldIdLst>
  <p:sldSz cx="1005840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960120"/>
            <a:ext cx="9509759" cy="608076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6858000" cy="274320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Arial"/>
              </a:rPr>
              <a:t>A8 — Decompose Assess Outcomes and Learn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0" y="73152"/>
            <a:ext cx="2651760" cy="219456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Distribution Statement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7077456"/>
            <a:ext cx="1325880" cy="219456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r"/>
            <a:r>
              <a:rPr sz="1000" b="1">
                <a:solidFill>
                  <a:srgbClr val="000000"/>
                </a:solidFill>
                <a:latin typeface="Arial"/>
              </a:rPr>
              <a:t>Node: A8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3108960"/>
            <a:ext cx="1554479" cy="1097279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/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A81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Compare Predicted vs Observed Conditions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3400" y="3108960"/>
            <a:ext cx="1554480" cy="1097279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/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A82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Update Models and Parameters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3108960"/>
            <a:ext cx="1554480" cy="1097279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/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A83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Archive Lessons Learned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3429000"/>
            <a:ext cx="173736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993392" y="3410712"/>
            <a:ext cx="36576" cy="365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274320" y="3931920"/>
            <a:ext cx="173736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993392" y="3913632"/>
            <a:ext cx="36576" cy="365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274320" y="2651760"/>
            <a:ext cx="3840480" cy="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114800" y="2651760"/>
            <a:ext cx="0" cy="123444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114800" y="3886200"/>
            <a:ext cx="22860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4325112" y="3867912"/>
            <a:ext cx="36576" cy="365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752" y="3108960"/>
            <a:ext cx="1645920" cy="292608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Fused COWP State (IER-12)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" y="3995928"/>
            <a:ext cx="1645920" cy="292608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Observations (IER-01 / IER-02)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" y="2249424"/>
            <a:ext cx="1828800" cy="292608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Archived Updates (IER-24)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788920" y="960120"/>
            <a:ext cx="0" cy="214884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2770632" y="3090672"/>
            <a:ext cx="36576" cy="365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5120640" y="960120"/>
            <a:ext cx="0" cy="214884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02352" y="3090672"/>
            <a:ext cx="36576" cy="365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7452360" y="960120"/>
            <a:ext cx="0" cy="214884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7434072" y="3090672"/>
            <a:ext cx="36576" cy="365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91640" y="566928"/>
            <a:ext cx="2194560" cy="274320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Assessment criteria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566928"/>
            <a:ext cx="2194560" cy="274320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Model governance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566928"/>
            <a:ext cx="2286000" cy="274320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Data retention / OPSEC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566160" y="3566160"/>
            <a:ext cx="77724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4325112" y="3547872"/>
            <a:ext cx="36576" cy="365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5897880" y="3657600"/>
            <a:ext cx="77724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656832" y="3639312"/>
            <a:ext cx="36576" cy="365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46120" y="1975104"/>
            <a:ext cx="1783080" cy="292608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A8-F1 Assessment Outputs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2706624"/>
            <a:ext cx="1783080" cy="274320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A8-F2 Updated Models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566160" y="3310128"/>
            <a:ext cx="502920" cy="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4069080" y="2331720"/>
            <a:ext cx="0" cy="978408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069080" y="2331720"/>
            <a:ext cx="571500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229600" y="3840480"/>
            <a:ext cx="155448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772400" y="1874519"/>
            <a:ext cx="1965960" cy="420624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Predicted vs Observed Assessment (IER-23)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3054096"/>
            <a:ext cx="1463040" cy="731520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Archived Lessons Learned &amp; Model Updates (IER-24)</a:t>
            </a:r>
          </a:p>
        </p:txBody>
      </p:sp>
      <p:cxnSp>
        <p:nvCxnSpPr>
          <p:cNvPr id="41" name="Connector 40"/>
          <p:cNvCxnSpPr/>
          <p:nvPr/>
        </p:nvCxnSpPr>
        <p:spPr>
          <a:xfrm flipV="1">
            <a:off x="2788920" y="4206240"/>
            <a:ext cx="0" cy="283464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2770632" y="4187952"/>
            <a:ext cx="36576" cy="365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 flipV="1">
            <a:off x="5120640" y="4206240"/>
            <a:ext cx="0" cy="283464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5102352" y="4187952"/>
            <a:ext cx="36576" cy="365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 flipV="1">
            <a:off x="7452360" y="4206240"/>
            <a:ext cx="0" cy="283464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7434072" y="4187952"/>
            <a:ext cx="36576" cy="365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91640" y="7077456"/>
            <a:ext cx="2194560" cy="274320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ATMOS analytics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23360" y="7077456"/>
            <a:ext cx="2194560" cy="274320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Model management tools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5080" y="7077456"/>
            <a:ext cx="2286000" cy="274320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TruWeather Data Warehouse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