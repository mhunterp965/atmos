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502920"/>
            <a:ext cx="9418320" cy="68122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0"/>
            <a:ext cx="9418320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</a:rPr>
              <a:t>A8 — Decompose Assess Outcomes and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3200400" cy="256032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</a:rPr>
              <a:t>LIFECYCLE / SUPPORT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549640" y="6967728"/>
            <a:ext cx="1097280" cy="2743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A8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200400"/>
            <a:ext cx="21488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A81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Compare Predicted vs Observed Conditions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3200400"/>
            <a:ext cx="20574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A82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Update Models and Parameters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3200400"/>
            <a:ext cx="20574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A83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Archive Lessons Learned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3401568"/>
            <a:ext cx="7315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172718" y="3385566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57200" y="3767328"/>
            <a:ext cx="7315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172718" y="3751326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16352"/>
            <a:ext cx="16916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Fused COWP State (IER-12)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78224"/>
            <a:ext cx="16916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Observations (IER-01 / IER-02)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2697480"/>
            <a:ext cx="3291839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49039" y="2697480"/>
            <a:ext cx="0" cy="704088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749039" y="3401568"/>
            <a:ext cx="182881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915918" y="3385566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2340864"/>
            <a:ext cx="21031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Prior Archived Updates / Model Baselines (IER-24 reference)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63140" y="1417320"/>
            <a:ext cx="0" cy="17830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247138" y="31843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960620" y="1417320"/>
            <a:ext cx="0" cy="17830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944618" y="31843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703820" y="1417320"/>
            <a:ext cx="0" cy="17830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687818" y="31843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914400"/>
            <a:ext cx="210312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C81 Assessment criteria; time-alignment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914400"/>
            <a:ext cx="224028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C82 Model governance; validation / approval process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914400"/>
            <a:ext cx="233172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C83 Data retention; OPSEC / classification; sharing constraints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337560" y="3767328"/>
            <a:ext cx="59436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915918" y="3751326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21558" y="3751326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5989320" y="3611880"/>
            <a:ext cx="68580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659118" y="35958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73318" y="35958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80" y="4434840"/>
            <a:ext cx="16916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A8-F1 Assessment Outputs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4434840"/>
            <a:ext cx="187451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A8-F2 Updated Model Parameters and Configuration Baselines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337560" y="3401568"/>
            <a:ext cx="27432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611880" y="2852928"/>
            <a:ext cx="0" cy="5486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611880" y="2852928"/>
            <a:ext cx="603504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630918" y="2836926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21558" y="3385566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8732520" y="3611880"/>
            <a:ext cx="91440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630918" y="35958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16518" y="35958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26679" y="2432304"/>
            <a:ext cx="187451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Predicted vs Observed Weather Assessment (IER-23)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79" y="3017520"/>
            <a:ext cx="187451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Archived Lessons Learned &amp; Model Updates (IER-24)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2263140" y="4023360"/>
            <a:ext cx="0" cy="16459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247138" y="40073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61388" y="4114800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M81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4960620" y="4023360"/>
            <a:ext cx="0" cy="16459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4944618" y="40073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58868" y="4114800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M82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7703820" y="4023360"/>
            <a:ext cx="0" cy="16459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7687818" y="40073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02068" y="4114800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M83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5989320"/>
            <a:ext cx="2331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M81 ATMOS analytics; TOC analysis tooling; storage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20440" y="5943600"/>
            <a:ext cx="2514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M82 Model management tools; ABLE-LBM configuration management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5943600"/>
            <a:ext cx="2103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M83 TruWeather Data Warehouse; ingestion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