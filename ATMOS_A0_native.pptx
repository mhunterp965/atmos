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116800" cy="10515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7373600" cy="937260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45720"/>
            <a:ext cx="91440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  <a:latin typeface="Arial"/>
              </a:rPr>
              <a:t>A0 — Decompose Conduct Air-Focused Weather Exploitation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79040" y="54864"/>
            <a:ext cx="25603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Arial"/>
              </a:rPr>
              <a:t>Distribution Statement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0" y="10104120"/>
            <a:ext cx="25603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/>
            <a:r>
              <a:rPr sz="1200" b="1">
                <a:solidFill>
                  <a:srgbClr val="000000"/>
                </a:solidFill>
                <a:latin typeface="Arial"/>
              </a:rPr>
              <a:t>Node: A0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Acquire Micro-Weather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A1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Generate Local Weather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Quantify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Federate and Maintain Federated Weather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0" y="274320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Detect Threshold Crossings (Descriptive Support)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0" y="362102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47520" y="667512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Produce Mission-Tailored Weather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0" y="755294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0" y="534924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98079" y="5349240"/>
            <a:ext cx="548641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24160" y="534924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350240" y="5120640"/>
            <a:ext cx="5486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3898880" y="3337560"/>
            <a:ext cx="0" cy="178308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898880" y="333756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350240" y="5577840"/>
            <a:ext cx="5486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898880" y="5577840"/>
            <a:ext cx="0" cy="169164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898880" y="726948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566160" y="4160520"/>
            <a:ext cx="256032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F1 Time/Geo-Tagged, Quality-Checked Observations (IER-03)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977639"/>
            <a:ext cx="256032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F2 Local Micro-Weather State Estimate (IER-05)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160520"/>
            <a:ext cx="256032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F3 Confidence Bounds &amp; Risk Envelopes (IER-09)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0" y="2286000"/>
            <a:ext cx="210312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F4 Federated Weather Context / COWP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0" y="6236208"/>
            <a:ext cx="2194560" cy="411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F5 Federated Weather Context / COWP State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5120640"/>
            <a:ext cx="173736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7200" y="5577840"/>
            <a:ext cx="173736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7200" y="8961120"/>
            <a:ext cx="1353312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716000" y="3520440"/>
            <a:ext cx="0" cy="544068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716000" y="3520440"/>
            <a:ext cx="7315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3990320" y="7406640"/>
            <a:ext cx="0" cy="155448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3990320" y="7406640"/>
            <a:ext cx="4572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" y="4736592"/>
            <a:ext cx="16916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I1 Collocated Atmospheric Observations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596128"/>
            <a:ext cx="16916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I2 Peer Platform Weather Observations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8613648"/>
            <a:ext cx="265176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I3 Mission Weather Threshold Definitions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2161520" y="457200"/>
            <a:ext cx="0" cy="42976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521440" y="457200"/>
            <a:ext cx="0" cy="4572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21440" y="914400"/>
            <a:ext cx="0" cy="38404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521440" y="914400"/>
            <a:ext cx="5852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7373600" y="914400"/>
            <a:ext cx="0" cy="438912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5910559" y="5303520"/>
            <a:ext cx="146304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5910559" y="5303520"/>
            <a:ext cx="0" cy="13716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636240" y="457200"/>
            <a:ext cx="0" cy="36576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5636240" y="822960"/>
            <a:ext cx="0" cy="192024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636240" y="822960"/>
            <a:ext cx="20116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647920" y="822960"/>
            <a:ext cx="0" cy="484632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276320" y="5669280"/>
            <a:ext cx="13716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276320" y="5669280"/>
            <a:ext cx="0" cy="100584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235440" y="137160"/>
            <a:ext cx="2103120" cy="54864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C2 OPSEC / classification guidance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27280" y="137160"/>
            <a:ext cx="2103120" cy="54864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C3 Network availability and DDS QoS policies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002000" y="137160"/>
            <a:ext cx="2103120" cy="54864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C1 Mission objectives and operational constraints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3350240" y="4937760"/>
            <a:ext cx="182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3533120" y="1828800"/>
            <a:ext cx="0" cy="310896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3533120" y="1828800"/>
            <a:ext cx="429768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824960" y="3337560"/>
            <a:ext cx="100584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6824960" y="7269480"/>
            <a:ext cx="100584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7967960" y="1627632"/>
            <a:ext cx="205740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O1 Fused COWP State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967960" y="3127248"/>
            <a:ext cx="205740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O3 Weather State Change Notifications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967960" y="7059168"/>
            <a:ext cx="205740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O2 Mission-Tailored COWP Excerpts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2743200" y="8412480"/>
            <a:ext cx="0" cy="141732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560320" y="8412480"/>
            <a:ext cx="1307592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43200" y="5943600"/>
            <a:ext cx="0" cy="24688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852160" y="5943600"/>
            <a:ext cx="0" cy="24688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778240" y="5943600"/>
            <a:ext cx="0" cy="24688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704320" y="5943600"/>
            <a:ext cx="0" cy="24688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179040" y="7863840"/>
            <a:ext cx="0" cy="54864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4081760" y="4480560"/>
            <a:ext cx="0" cy="393192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4081760" y="4480560"/>
            <a:ext cx="15544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636240" y="3931920"/>
            <a:ext cx="0" cy="54864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6400800" y="8778240"/>
            <a:ext cx="0" cy="105156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217920" y="8778240"/>
            <a:ext cx="21945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217920" y="5943600"/>
            <a:ext cx="0" cy="283464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412480" y="5943600"/>
            <a:ext cx="0" cy="283464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2801600" y="9144000"/>
            <a:ext cx="0" cy="6858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435840" y="9144000"/>
            <a:ext cx="31089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2435840" y="5943600"/>
            <a:ext cx="0" cy="32004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544800" y="7863840"/>
            <a:ext cx="0" cy="128016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645920" y="9893808"/>
            <a:ext cx="2743200" cy="29260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M1 Platforms hosting ATMOS node compute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03520" y="9893808"/>
            <a:ext cx="2743200" cy="29260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M2 ABLE-LBM / reduced models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521440" y="9893808"/>
            <a:ext cx="3108960" cy="29260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M3 DDS middleware and communications links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