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19202400" cy="97840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0" y="201168"/>
            <a:ext cx="9144000" cy="4114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A0 — Decompose Conduct Air-Focused Weather Exploitation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93440" y="237744"/>
            <a:ext cx="347472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Arial"/>
              </a:rPr>
              <a:t>Distribution Statement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0" y="10442448"/>
            <a:ext cx="17373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Node: A0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475488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Acquire Micro-Weather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5632704"/>
            <a:ext cx="411480" cy="256032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A1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475488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Generate Local Weather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5632704"/>
            <a:ext cx="411480" cy="256032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475488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Quantify 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04119" y="5632704"/>
            <a:ext cx="411480" cy="256032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247120" y="4754880"/>
            <a:ext cx="25603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Federate and Maintain Federated Weather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04520" y="5632704"/>
            <a:ext cx="411480" cy="256032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276320" y="2743200"/>
            <a:ext cx="27432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Detect Threshold Crossings (Descriptive Support)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16600" y="3621024"/>
            <a:ext cx="411480" cy="256032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276320" y="6766560"/>
            <a:ext cx="27432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Produce Mission-Tailored Weather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16600" y="7644384"/>
            <a:ext cx="411480" cy="256032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5349240"/>
            <a:ext cx="6400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589520" y="5349240"/>
            <a:ext cx="6400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607040" y="5349240"/>
            <a:ext cx="6400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3807440" y="507492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4264640" y="3337560"/>
            <a:ext cx="0" cy="17373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264640" y="3337560"/>
            <a:ext cx="20116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3807440" y="562356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4264640" y="5623560"/>
            <a:ext cx="0" cy="15544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4264640" y="7178040"/>
            <a:ext cx="20116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703320" y="4160520"/>
            <a:ext cx="237744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F1 Time/Geo-Tagged, Quality-Checked Observations (IER-03)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977639"/>
            <a:ext cx="237744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F2 Local Micro-Weather State Estimate (IER-05)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4160520"/>
            <a:ext cx="237744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F3 Confidence Bounds &amp; Risk Envelopes (IER-09)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0" y="2103120"/>
            <a:ext cx="2103120" cy="4114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F4 Federated Weather Context / COWP State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0" y="6272784"/>
            <a:ext cx="1417320" cy="7315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F5 Federated Weather Context / COWP State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7200" y="5074920"/>
            <a:ext cx="17373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" y="5623560"/>
            <a:ext cx="17373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" y="8595360"/>
            <a:ext cx="14173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4630400" y="3703320"/>
            <a:ext cx="0" cy="48920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4630400" y="3703320"/>
            <a:ext cx="16459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4630400" y="7543800"/>
            <a:ext cx="0" cy="10515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4630400" y="7543800"/>
            <a:ext cx="16459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48640" y="4736592"/>
            <a:ext cx="160020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I1 Collocated Atmospheric Observations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650992"/>
            <a:ext cx="160020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I2 Peer Platform Weather Observations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8275320"/>
            <a:ext cx="265176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I3 Mission Weather Threshold Definitions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2161520" y="1005840"/>
            <a:ext cx="0" cy="37490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2984480" y="1005840"/>
            <a:ext cx="0" cy="274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2984480" y="1280160"/>
            <a:ext cx="21031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2984480" y="1280160"/>
            <a:ext cx="0" cy="34747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5087600" y="1280160"/>
            <a:ext cx="0" cy="50292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5087600" y="6309360"/>
            <a:ext cx="21945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7282160" y="6309360"/>
            <a:ext cx="0" cy="4572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7647920" y="1005840"/>
            <a:ext cx="0" cy="3657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5910559" y="1371600"/>
            <a:ext cx="1737361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7647920" y="1371600"/>
            <a:ext cx="0" cy="1371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5910559" y="1371600"/>
            <a:ext cx="0" cy="51206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5910559" y="6492240"/>
            <a:ext cx="2011681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7922240" y="6492240"/>
            <a:ext cx="0" cy="2743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601200" y="603504"/>
            <a:ext cx="237744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C3 Network availability and DDS QoS policies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435840" y="603504"/>
            <a:ext cx="228600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C2 OPSEC / classification guidance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453359" y="603504"/>
            <a:ext cx="283464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C1 Mission objectives and operational constraints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3807440" y="5349240"/>
            <a:ext cx="58521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9019520" y="3337560"/>
            <a:ext cx="6400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9019520" y="7360920"/>
            <a:ext cx="6400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9751040" y="5120640"/>
            <a:ext cx="210312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O1 Fused COWP State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751040" y="3108960"/>
            <a:ext cx="210312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O3 Weather State Change Notifications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751040" y="7132320"/>
            <a:ext cx="210312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O2 Mission-Tailored COWP Excerpts</a:t>
            </a:r>
          </a:p>
        </p:txBody>
      </p:sp>
      <p:cxnSp>
        <p:nvCxnSpPr>
          <p:cNvPr id="64" name="Connector 63"/>
          <p:cNvCxnSpPr/>
          <p:nvPr/>
        </p:nvCxnSpPr>
        <p:spPr>
          <a:xfrm flipV="1">
            <a:off x="3657600" y="9601200"/>
            <a:ext cx="0" cy="11887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383280" y="9601200"/>
            <a:ext cx="145389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383280" y="5943600"/>
            <a:ext cx="0" cy="3657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035040" y="5943600"/>
            <a:ext cx="0" cy="3657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052560" y="5943600"/>
            <a:ext cx="0" cy="3657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1704320" y="5943600"/>
            <a:ext cx="0" cy="3657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7373600" y="7955279"/>
            <a:ext cx="0" cy="1645921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5544800" y="5394960"/>
            <a:ext cx="0" cy="42062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5544800" y="5394960"/>
            <a:ext cx="21031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7647920" y="3931920"/>
            <a:ext cx="0" cy="14630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400800" y="9966960"/>
            <a:ext cx="0" cy="8229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6675120" y="9966960"/>
            <a:ext cx="30175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675120" y="5943600"/>
            <a:ext cx="0" cy="40233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692640" y="5943600"/>
            <a:ext cx="0" cy="40233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3533120" y="10149840"/>
            <a:ext cx="0" cy="6400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3350240" y="10149840"/>
            <a:ext cx="45720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3350240" y="5943600"/>
            <a:ext cx="0" cy="42062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7922240" y="7955279"/>
            <a:ext cx="0" cy="2194561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828800" y="10881360"/>
            <a:ext cx="2926080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M1 Platforms hosting ATMOS node compute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03520" y="10881360"/>
            <a:ext cx="2743200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M2 ABLE-LBM / reduced models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338560" y="10881360"/>
            <a:ext cx="3108960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M3 DDS middleware and communications links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