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0584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502920"/>
            <a:ext cx="9418320" cy="681228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0"/>
            <a:ext cx="9418320" cy="29260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</a:rPr>
              <a:t>A7 — External Reference: Execute Mission Adaptation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77824"/>
            <a:ext cx="4114800" cy="256032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</a:rPr>
              <a:t>EXTERNAL TO ATMOS SYSTEM BOUNDARY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8549640" y="6967728"/>
            <a:ext cx="1097280" cy="2743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A7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2331720"/>
            <a:ext cx="205740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A71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Exchange Mission Adjustment Commands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0" y="2331720"/>
            <a:ext cx="214884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A72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Publish Vertical Operations Execution Updates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234440" y="4617720"/>
            <a:ext cx="205740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A73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Publish UAS Tasking Updates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0" y="4617720"/>
            <a:ext cx="214884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A74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Publish Coordination Status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3794760"/>
            <a:ext cx="36576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22960" y="2743200"/>
            <a:ext cx="0" cy="210312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22960" y="2743200"/>
            <a:ext cx="41148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218438" y="272719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822960" y="4846320"/>
            <a:ext cx="41148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218438" y="483031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346704"/>
            <a:ext cx="8686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External Mission Decisions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7200" y="3291840"/>
            <a:ext cx="516636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5623560" y="2743200"/>
            <a:ext cx="0" cy="54864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623560" y="2743200"/>
            <a:ext cx="22860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836158" y="272719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60520" y="2907792"/>
            <a:ext cx="15544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Aircraft Execution State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57200" y="3977639"/>
            <a:ext cx="516636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623560" y="3977639"/>
            <a:ext cx="0" cy="822961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623560" y="4800600"/>
            <a:ext cx="22860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5836158" y="478459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60520" y="4498848"/>
            <a:ext cx="14173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Coordination State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263140" y="1371600"/>
            <a:ext cx="0" cy="96012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247138" y="231571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6926580" y="1371600"/>
            <a:ext cx="0" cy="96012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6910578" y="231571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3703320" y="1371600"/>
            <a:ext cx="0" cy="283464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2263140" y="4206240"/>
            <a:ext cx="144018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263140" y="4206240"/>
            <a:ext cx="0" cy="41148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247138" y="460171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5440680" y="1371600"/>
            <a:ext cx="0" cy="283464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440680" y="4206240"/>
            <a:ext cx="148590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926580" y="4206240"/>
            <a:ext cx="0" cy="41148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6910578" y="460171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88720" y="914400"/>
            <a:ext cx="2103120" cy="38404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C71 Command authority; C2 rules of engagement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60720" y="914400"/>
            <a:ext cx="2240280" cy="38404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C72 Reporting policy; communications availability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34640" y="1874519"/>
            <a:ext cx="17373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C73 Mission authority; GCS procedures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09160" y="1874519"/>
            <a:ext cx="1965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C74 Coordination policy; reporting cadence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3291840" y="2542032"/>
            <a:ext cx="32004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3611880" y="2542032"/>
            <a:ext cx="0" cy="987552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3611880" y="3529584"/>
            <a:ext cx="603504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9630918" y="3513582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275838" y="2526029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8001000" y="2542032"/>
            <a:ext cx="164592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9630918" y="2526029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984998" y="2526029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3291840" y="4846320"/>
            <a:ext cx="54864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3840480" y="3767328"/>
            <a:ext cx="0" cy="1078992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840480" y="3767328"/>
            <a:ext cx="580644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9630918" y="3751326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275838" y="483031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8001000" y="5029200"/>
            <a:ext cx="164592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9630918" y="501319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984998" y="501319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92440" y="3273552"/>
            <a:ext cx="1554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Mission Adjustment Commands (IER-19)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92440" y="2157984"/>
            <a:ext cx="1554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Vertical Ops Execution Updates (IER-20)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83879" y="3840480"/>
            <a:ext cx="146304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UAS Tasking Updates (IER-21)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92440" y="4645152"/>
            <a:ext cx="1554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Coordination Status Updates (IER-22)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3291840" y="2907792"/>
            <a:ext cx="27432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3566160" y="2907792"/>
            <a:ext cx="0" cy="2990088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>
            <a:off x="868680" y="5897880"/>
            <a:ext cx="269748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868680" y="5212080"/>
            <a:ext cx="0" cy="68580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868680" y="5212080"/>
            <a:ext cx="36576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1218438" y="51960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275838" y="2891790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>
            <a:off x="3291840" y="5212080"/>
            <a:ext cx="109728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389120" y="5029200"/>
            <a:ext cx="0" cy="18288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4389120" y="5029200"/>
            <a:ext cx="146304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5836158" y="501319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275838" y="51960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8001000" y="2907792"/>
            <a:ext cx="27432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8275320" y="2907792"/>
            <a:ext cx="0" cy="2990088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>
            <a:off x="5532120" y="5897880"/>
            <a:ext cx="274320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5532120" y="5257800"/>
            <a:ext cx="0" cy="64008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5532120" y="5257800"/>
            <a:ext cx="32004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/>
          <p:cNvSpPr/>
          <p:nvPr/>
        </p:nvSpPr>
        <p:spPr>
          <a:xfrm>
            <a:off x="5836158" y="524179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984998" y="2891790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417320" y="5943600"/>
            <a:ext cx="14173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A7-F1 Mission Decisions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434840" y="5248656"/>
            <a:ext cx="13258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A7-F2 Tasking Updates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669280" y="5943600"/>
            <a:ext cx="14173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A7-F3 Execution Updates</a:t>
            </a:r>
          </a:p>
        </p:txBody>
      </p:sp>
      <p:cxnSp>
        <p:nvCxnSpPr>
          <p:cNvPr id="85" name="Connector 84"/>
          <p:cNvCxnSpPr/>
          <p:nvPr/>
        </p:nvCxnSpPr>
        <p:spPr>
          <a:xfrm flipV="1">
            <a:off x="2103120" y="5440680"/>
            <a:ext cx="0" cy="77724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ectangle 85"/>
          <p:cNvSpPr/>
          <p:nvPr/>
        </p:nvSpPr>
        <p:spPr>
          <a:xfrm>
            <a:off x="2087117" y="54246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801367" y="5504688"/>
            <a:ext cx="60350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M71</a:t>
            </a:r>
          </a:p>
        </p:txBody>
      </p:sp>
      <p:cxnSp>
        <p:nvCxnSpPr>
          <p:cNvPr id="88" name="Connector 87"/>
          <p:cNvCxnSpPr/>
          <p:nvPr/>
        </p:nvCxnSpPr>
        <p:spPr>
          <a:xfrm flipV="1">
            <a:off x="4069080" y="4434840"/>
            <a:ext cx="0" cy="178308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H="1">
            <a:off x="2331720" y="4434840"/>
            <a:ext cx="173736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2331720" y="3154680"/>
            <a:ext cx="0" cy="128016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ectangle 90"/>
          <p:cNvSpPr/>
          <p:nvPr/>
        </p:nvSpPr>
        <p:spPr>
          <a:xfrm>
            <a:off x="2315718" y="31386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029967" y="3246120"/>
            <a:ext cx="60350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M71</a:t>
            </a:r>
          </a:p>
        </p:txBody>
      </p:sp>
      <p:cxnSp>
        <p:nvCxnSpPr>
          <p:cNvPr id="93" name="Connector 92"/>
          <p:cNvCxnSpPr/>
          <p:nvPr/>
        </p:nvCxnSpPr>
        <p:spPr>
          <a:xfrm flipV="1">
            <a:off x="8092440" y="4434840"/>
            <a:ext cx="0" cy="178308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H="1">
            <a:off x="6492240" y="4434840"/>
            <a:ext cx="160020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6492240" y="3154680"/>
            <a:ext cx="0" cy="128016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ectangle 95"/>
          <p:cNvSpPr/>
          <p:nvPr/>
        </p:nvSpPr>
        <p:spPr>
          <a:xfrm>
            <a:off x="6476238" y="31386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90488" y="3246120"/>
            <a:ext cx="60350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M72</a:t>
            </a:r>
          </a:p>
        </p:txBody>
      </p:sp>
      <p:cxnSp>
        <p:nvCxnSpPr>
          <p:cNvPr id="98" name="Connector 97"/>
          <p:cNvCxnSpPr/>
          <p:nvPr/>
        </p:nvCxnSpPr>
        <p:spPr>
          <a:xfrm flipV="1">
            <a:off x="6903720" y="5440680"/>
            <a:ext cx="0" cy="77724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ectangle 98"/>
          <p:cNvSpPr/>
          <p:nvPr/>
        </p:nvSpPr>
        <p:spPr>
          <a:xfrm>
            <a:off x="6887718" y="54246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601968" y="5504688"/>
            <a:ext cx="60350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M73</a:t>
            </a:r>
          </a:p>
        </p:txBody>
      </p:sp>
      <p:cxnSp>
        <p:nvCxnSpPr>
          <p:cNvPr id="101" name="Connector 100"/>
          <p:cNvCxnSpPr/>
          <p:nvPr/>
        </p:nvCxnSpPr>
        <p:spPr>
          <a:xfrm flipV="1">
            <a:off x="8366760" y="4297680"/>
            <a:ext cx="0" cy="192024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H="1">
            <a:off x="7132320" y="4297680"/>
            <a:ext cx="123444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7132320" y="3154680"/>
            <a:ext cx="0" cy="114300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Rectangle 103"/>
          <p:cNvSpPr/>
          <p:nvPr/>
        </p:nvSpPr>
        <p:spPr>
          <a:xfrm>
            <a:off x="7116318" y="31386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830568" y="3246120"/>
            <a:ext cx="60350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M73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97280" y="6355080"/>
            <a:ext cx="18288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M71 C2 systems / TOC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931920" y="6355080"/>
            <a:ext cx="173736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M72 Aircraft avionics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355080" y="6355080"/>
            <a:ext cx="21031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M73 Communications network / DDS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