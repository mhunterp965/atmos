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097280"/>
            <a:ext cx="9509759" cy="6309359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658368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A7 — External Reference: Execute Mission Adaptation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4864"/>
            <a:ext cx="2926080" cy="21945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"/>
            <a:ext cx="9509760" cy="20116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External C2 / mission-system activity — not an internal ATMOS A0 child 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603504"/>
            <a:ext cx="2103120" cy="420624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Command authority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603504"/>
            <a:ext cx="2194560" cy="420624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Rules of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03504"/>
            <a:ext cx="2194560" cy="420624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Reporting policy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286000"/>
            <a:ext cx="17373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A71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Exchange Mission Adjustment Commands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5806440"/>
            <a:ext cx="17373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A72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Publish Vertical Operations Execution Updates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286000"/>
            <a:ext cx="17373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A73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Publish UAS Tasking Updates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5806440"/>
            <a:ext cx="17373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A74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Publish Coordination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6903720"/>
            <a:ext cx="2743200" cy="21945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Node: A7 External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334256"/>
            <a:ext cx="2697480" cy="45720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EXTERNAL TO ATMOS SYSTEM BOUNDARY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4320" y="2697480"/>
            <a:ext cx="59436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68680" y="2697480"/>
            <a:ext cx="8686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719072" y="267919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68680" y="2697480"/>
            <a:ext cx="0" cy="96012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8680" y="3657600"/>
            <a:ext cx="374904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617720" y="2651760"/>
            <a:ext cx="0" cy="100584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7720" y="2651760"/>
            <a:ext cx="50292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02352" y="26334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74320" y="6126480"/>
            <a:ext cx="14630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719072" y="610819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274320" y="5029200"/>
            <a:ext cx="420624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80560" y="5029200"/>
            <a:ext cx="0" cy="128016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480560" y="6309360"/>
            <a:ext cx="6400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102352" y="62910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" y="2286000"/>
            <a:ext cx="1371600" cy="38404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External mission decisions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" y="5687568"/>
            <a:ext cx="1371600" cy="38404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Aircraft execution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" y="4590288"/>
            <a:ext cx="1371600" cy="38404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Coordination state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383280" y="1097280"/>
            <a:ext cx="0" cy="4572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94560" y="1554480"/>
            <a:ext cx="384048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94560" y="1554480"/>
            <a:ext cx="0" cy="7315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176272" y="226771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6035040" y="1554480"/>
            <a:ext cx="0" cy="7315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016752" y="226771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2743200" y="1097280"/>
            <a:ext cx="0" cy="11887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2724912" y="226771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4114800" y="1097280"/>
            <a:ext cx="0" cy="41148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60320" y="5212080"/>
            <a:ext cx="347472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560320" y="5212080"/>
            <a:ext cx="0" cy="59436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542032" y="578815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6035040" y="5212080"/>
            <a:ext cx="0" cy="59436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016752" y="578815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474720" y="2834640"/>
            <a:ext cx="164592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102352" y="281635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6126480" y="3154680"/>
            <a:ext cx="0" cy="265176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108192" y="578815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3474720" y="6126480"/>
            <a:ext cx="164592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102352" y="610819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98848" y="4041648"/>
            <a:ext cx="1554480" cy="31089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A7-F1 Mission decisions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98848" y="4389120"/>
            <a:ext cx="1554480" cy="31089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A7-F2 Tasking updates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98848" y="4736592"/>
            <a:ext cx="1554480" cy="31089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A7-F3 Execution updates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474720" y="2468880"/>
            <a:ext cx="36576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840480" y="2468880"/>
            <a:ext cx="0" cy="146304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840480" y="3931920"/>
            <a:ext cx="59436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474720" y="6355080"/>
            <a:ext cx="41148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886200" y="5440680"/>
            <a:ext cx="0" cy="9144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886200" y="5440680"/>
            <a:ext cx="58978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0" y="2606040"/>
            <a:ext cx="29260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858000" y="6355080"/>
            <a:ext cx="29260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086600" y="2212848"/>
            <a:ext cx="2651760" cy="329184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UAS Tasking Updates (IER-21)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86600" y="3529584"/>
            <a:ext cx="2651760" cy="36576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Mission Adjustment Commands (IER-19)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86600" y="5029200"/>
            <a:ext cx="2651760" cy="36576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Vertical Ops Execution Updates (IER-20)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86600" y="5961888"/>
            <a:ext cx="2651760" cy="36576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Coordination Status Updates (IER-22)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4389120" y="3611880"/>
            <a:ext cx="0" cy="379476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194560" y="3611880"/>
            <a:ext cx="384048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194560" y="3154680"/>
            <a:ext cx="0" cy="45720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2176272" y="313639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 flipV="1">
            <a:off x="6035040" y="3154680"/>
            <a:ext cx="0" cy="45720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6016752" y="313639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 flipV="1">
            <a:off x="2377440" y="6675120"/>
            <a:ext cx="0" cy="7315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2359152" y="665683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V="1">
            <a:off x="3657600" y="6995160"/>
            <a:ext cx="0" cy="41148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651760" y="6995160"/>
            <a:ext cx="347472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651760" y="6675120"/>
            <a:ext cx="0" cy="3200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2633472" y="665683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 flipV="1">
            <a:off x="6126480" y="6675120"/>
            <a:ext cx="0" cy="3200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6108192" y="665683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417320" y="7443216"/>
            <a:ext cx="155448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Aircraft avionics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63240" y="7443216"/>
            <a:ext cx="246888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Communications network / DDS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0" y="7443216"/>
            <a:ext cx="182880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C2 systems / TOC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960120"/>
            <a:ext cx="9509759" cy="608076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685800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A8 — Decompose Assess Outcomes and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73152"/>
            <a:ext cx="2651760" cy="21945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7077456"/>
            <a:ext cx="1325880" cy="21945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Node: A8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108960"/>
            <a:ext cx="1554479" cy="109727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A81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Compare Predicted vs Observed Conditions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3108960"/>
            <a:ext cx="1554480" cy="109727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A82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Update Models and 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3108960"/>
            <a:ext cx="1554480" cy="109727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A83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Archive Lessons Learned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3429000"/>
            <a:ext cx="173736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993392" y="341071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74320" y="3931920"/>
            <a:ext cx="173736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993392" y="391363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74320" y="2651760"/>
            <a:ext cx="384048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14800" y="2651760"/>
            <a:ext cx="0" cy="123444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14800" y="3886200"/>
            <a:ext cx="2286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325112" y="386791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" y="3108960"/>
            <a:ext cx="164592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Fused COWP State (IER-12)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" y="3995928"/>
            <a:ext cx="164592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Observations (IER-01 / IER-02)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2249424"/>
            <a:ext cx="182880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Archived Updates (IER-24)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88920" y="960120"/>
            <a:ext cx="0" cy="21488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770632" y="30906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120640" y="960120"/>
            <a:ext cx="0" cy="21488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02352" y="30906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452360" y="960120"/>
            <a:ext cx="0" cy="21488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434072" y="30906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91640" y="566928"/>
            <a:ext cx="219456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Assessment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566928"/>
            <a:ext cx="219456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Model 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66928"/>
            <a:ext cx="228600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Data retention / OPSEC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566160" y="3566160"/>
            <a:ext cx="7772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325112" y="35478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5897880" y="3657600"/>
            <a:ext cx="7772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656832" y="363931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6120" y="1975104"/>
            <a:ext cx="178308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A8-F1 Assessment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2706624"/>
            <a:ext cx="178308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A8-F2 Updated Models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566160" y="3310128"/>
            <a:ext cx="50292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069080" y="2331720"/>
            <a:ext cx="0" cy="97840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069080" y="2331720"/>
            <a:ext cx="5715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29600" y="3840480"/>
            <a:ext cx="1554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72400" y="1874519"/>
            <a:ext cx="1965960" cy="420624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Predicted vs Observed Assessment (IER-23)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054096"/>
            <a:ext cx="1463040" cy="7315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Archived Lessons Learned &amp; Model Updates (IER-24)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2788920" y="4206240"/>
            <a:ext cx="0" cy="28346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770632" y="418795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5120640" y="4206240"/>
            <a:ext cx="0" cy="28346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102352" y="418795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7452360" y="4206240"/>
            <a:ext cx="0" cy="28346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434072" y="418795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91640" y="7077456"/>
            <a:ext cx="219456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ATMOS analytics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7077456"/>
            <a:ext cx="219456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Model management tools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7077456"/>
            <a:ext cx="228600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TruWeather Data Warehouse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