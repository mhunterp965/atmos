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097280"/>
            <a:ext cx="9509759" cy="6309359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6583680" cy="274320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A7 — External Reference: Execute Mission Adaptation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54864"/>
            <a:ext cx="2926080" cy="219456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Distribution Statement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65760"/>
            <a:ext cx="9509760" cy="201168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External C2 / mission-system activity — not an internal ATMOS A0 child decomposition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603504"/>
            <a:ext cx="2103120" cy="420624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Command authority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603504"/>
            <a:ext cx="2194560" cy="420624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Rules of engagement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03504"/>
            <a:ext cx="2194560" cy="420624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Reporting policy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286000"/>
            <a:ext cx="17373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A71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Exchange Mission Adjustment Commands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5806440"/>
            <a:ext cx="17373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A72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Publish Vertical Operations Execution Updates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2286000"/>
            <a:ext cx="17373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A73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Publish UAS Tasking Updates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5806440"/>
            <a:ext cx="17373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A74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Publish Coordination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6903720"/>
            <a:ext cx="2743200" cy="219456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r"/>
            <a:r>
              <a:rPr sz="1000" b="1">
                <a:solidFill>
                  <a:srgbClr val="000000"/>
                </a:solidFill>
                <a:latin typeface="Arial"/>
              </a:rPr>
              <a:t>Node: A7 External Reference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4334256"/>
            <a:ext cx="2697480" cy="457200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EXTERNAL TO ATMOS SYSTEM BOUNDARY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4320" y="2697480"/>
            <a:ext cx="59436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68680" y="2697480"/>
            <a:ext cx="86868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719072" y="267919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868680" y="2697480"/>
            <a:ext cx="0" cy="96012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8680" y="3657600"/>
            <a:ext cx="374904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617720" y="2651760"/>
            <a:ext cx="0" cy="100584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7720" y="2651760"/>
            <a:ext cx="50292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02352" y="263347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274320" y="6126480"/>
            <a:ext cx="146304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719072" y="610819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274320" y="5029200"/>
            <a:ext cx="420624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480560" y="5029200"/>
            <a:ext cx="0" cy="128016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480560" y="6309360"/>
            <a:ext cx="64008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102352" y="629107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1752" y="2286000"/>
            <a:ext cx="1371600" cy="384048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External mission decisions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" y="5687568"/>
            <a:ext cx="1371600" cy="384048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Aircraft execution state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" y="4590288"/>
            <a:ext cx="1371600" cy="384048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Coordination state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383280" y="1097280"/>
            <a:ext cx="0" cy="45720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194560" y="1554480"/>
            <a:ext cx="384048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194560" y="1554480"/>
            <a:ext cx="0" cy="73152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2176272" y="226771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6035040" y="1554480"/>
            <a:ext cx="0" cy="73152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6016752" y="226771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2743200" y="1097280"/>
            <a:ext cx="0" cy="118872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2724912" y="226771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4114800" y="1097280"/>
            <a:ext cx="0" cy="411480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560320" y="5212080"/>
            <a:ext cx="347472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560320" y="5212080"/>
            <a:ext cx="0" cy="59436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2542032" y="578815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6035040" y="5212080"/>
            <a:ext cx="0" cy="59436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6016752" y="578815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3474720" y="2834640"/>
            <a:ext cx="164592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5102352" y="281635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6126480" y="3154680"/>
            <a:ext cx="0" cy="265176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6108192" y="578815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3474720" y="6126480"/>
            <a:ext cx="164592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5102352" y="610819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98848" y="4041648"/>
            <a:ext cx="1554480" cy="310896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A7-F1 Mission decisions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98848" y="4389120"/>
            <a:ext cx="1554480" cy="310896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A7-F2 Tasking updates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98848" y="4736592"/>
            <a:ext cx="1554480" cy="310896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A7-F3 Execution updates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474720" y="2468880"/>
            <a:ext cx="36576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840480" y="2468880"/>
            <a:ext cx="0" cy="146304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840480" y="3931920"/>
            <a:ext cx="594360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474720" y="6355080"/>
            <a:ext cx="41148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886200" y="5440680"/>
            <a:ext cx="0" cy="91440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886200" y="5440680"/>
            <a:ext cx="589788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858000" y="2606040"/>
            <a:ext cx="292608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858000" y="6355080"/>
            <a:ext cx="292608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086600" y="2212848"/>
            <a:ext cx="2651760" cy="329184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UAS Tasking Updates (IER-21)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86600" y="3529584"/>
            <a:ext cx="2651760" cy="365760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Mission Adjustment Commands (IER-19)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86600" y="5029200"/>
            <a:ext cx="2651760" cy="365760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Vertical Ops Execution Updates (IER-20)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86600" y="5961888"/>
            <a:ext cx="2651760" cy="365760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Coordination Status Updates (IER-22)</a:t>
            </a:r>
          </a:p>
        </p:txBody>
      </p:sp>
      <p:cxnSp>
        <p:nvCxnSpPr>
          <p:cNvPr id="67" name="Connector 66"/>
          <p:cNvCxnSpPr/>
          <p:nvPr/>
        </p:nvCxnSpPr>
        <p:spPr>
          <a:xfrm flipV="1">
            <a:off x="4389120" y="3611880"/>
            <a:ext cx="0" cy="379476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194560" y="3611880"/>
            <a:ext cx="384048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194560" y="3154680"/>
            <a:ext cx="0" cy="45720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2176272" y="313639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 flipV="1">
            <a:off x="6035040" y="3154680"/>
            <a:ext cx="0" cy="45720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6016752" y="313639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 flipV="1">
            <a:off x="2377440" y="6675120"/>
            <a:ext cx="0" cy="73152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2359152" y="665683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 flipV="1">
            <a:off x="3657600" y="6995160"/>
            <a:ext cx="0" cy="41148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651760" y="6995160"/>
            <a:ext cx="347472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2651760" y="6675120"/>
            <a:ext cx="0" cy="32004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2633472" y="665683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 flipV="1">
            <a:off x="6126480" y="6675120"/>
            <a:ext cx="0" cy="32004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6108192" y="6656832"/>
            <a:ext cx="36576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417320" y="7443216"/>
            <a:ext cx="1554480" cy="292608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Aircraft avionics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063240" y="7443216"/>
            <a:ext cx="2468880" cy="292608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Communications network / DDS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9280" y="7443216"/>
            <a:ext cx="1828800" cy="292608"/>
          </a:xfrm>
          <a:prstGeom prst="rect">
            <a:avLst/>
          </a:prstGeom>
          <a:noFill/>
        </p:spPr>
        <p:txBody>
          <a:bodyPr wrap="square" anchor="t" lIns="6350" rIns="6350" tIns="6350" bIns="635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C2 systems / TOC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