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502920"/>
            <a:ext cx="9418320" cy="6812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941832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A3 — Decompose Quantify Uncertainty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0" y="6967728"/>
            <a:ext cx="1325880" cy="2743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Node: A3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246120"/>
            <a:ext cx="20574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A31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Estimate Observation Uncertainty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3246120"/>
            <a:ext cx="21488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A32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Estimate Model and State Uncertainty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3246120"/>
            <a:ext cx="21488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A33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Package Confidence Bounds and Risk Envelopes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71700" y="1417320"/>
            <a:ext cx="0" cy="18288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155698" y="32301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869180" y="1417320"/>
            <a:ext cx="0" cy="18288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853178" y="32301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7658100" y="1417320"/>
            <a:ext cx="0" cy="18288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42098" y="32301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896112"/>
            <a:ext cx="210312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C31 Sensor uncertainty models; calibration/state-of-health 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914400"/>
            <a:ext cx="224028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C32 Error propagation rules; model tuning 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914400"/>
            <a:ext cx="233172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C33 Confidence representation standards; formatting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2514600"/>
            <a:ext cx="589788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20440" y="2514600"/>
            <a:ext cx="0" cy="86868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20440" y="3383280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778758" y="33672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00800" y="2514600"/>
            <a:ext cx="0" cy="86868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00800" y="3383280"/>
            <a:ext cx="2286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613398" y="33672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084831"/>
            <a:ext cx="16459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F2 Local Micro-Weather State Estimate (IER-05)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00400" y="3657600"/>
            <a:ext cx="59436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77875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8439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943600" y="3657600"/>
            <a:ext cx="6858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61339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2759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200400" y="3383280"/>
            <a:ext cx="1371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337560" y="2880360"/>
            <a:ext cx="0" cy="50292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37560" y="2880360"/>
            <a:ext cx="301752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355080" y="2880360"/>
            <a:ext cx="0" cy="10058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355080" y="3886200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613398" y="38701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84398" y="33672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5943600" y="3383280"/>
            <a:ext cx="18288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126480" y="2880360"/>
            <a:ext cx="0" cy="50292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927598" y="33672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06040" y="4206240"/>
            <a:ext cx="1783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A3-F1 Observation Uncertainty Metrics (IER-07)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61888" y="4206240"/>
            <a:ext cx="1783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A3-F2 Model / State Uncertainty Estimates (IER-08)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2542032"/>
            <a:ext cx="1783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A3-F3 Combined Uncertainty Inputs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778240" y="3657600"/>
            <a:ext cx="7772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953947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6223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2743200"/>
            <a:ext cx="14447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F3 Confidence Bounds &amp; Risk Envelopes (IER-09)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96528" y="3712463"/>
            <a:ext cx="93268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To A4 Federate and Maintain Federated Weather Context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783080" y="5943600"/>
            <a:ext cx="53949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783080" y="4069080"/>
            <a:ext cx="0" cy="18745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76707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9961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4160520" y="4069080"/>
            <a:ext cx="0" cy="18745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414451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7705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7178040" y="4069080"/>
            <a:ext cx="0" cy="18745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716203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9457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2606040" y="4069080"/>
            <a:ext cx="0" cy="15087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59003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2257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M31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4869180" y="4069080"/>
            <a:ext cx="0" cy="15087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485317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8571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M2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5532120" y="4069080"/>
            <a:ext cx="0" cy="15087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551611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4865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M32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8092440" y="4069080"/>
            <a:ext cx="0" cy="15087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807643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08975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M33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" y="6355080"/>
            <a:ext cx="1783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M1 Platforms hosting ATMOS node compute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40280" y="6355080"/>
            <a:ext cx="1874519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M31 ATMOS uncertainty module; sensor metadata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60520" y="6355080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M2 ABLE-LBM / reduced models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23560" y="6355080"/>
            <a:ext cx="16916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M32 ABLE-LBM uncertainty routines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33488" y="6355080"/>
            <a:ext cx="2103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M33 ATMOS packaging/serialization; DDS data types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